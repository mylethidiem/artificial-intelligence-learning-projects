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sldIdLst>
    <p:sldId id="256" r:id="rId2"/>
    <p:sldId id="258" r:id="rId3"/>
    <p:sldId id="259" r:id="rId4"/>
    <p:sldId id="260" r:id="rId5"/>
    <p:sldId id="257" r:id="rId6"/>
  </p:sldIdLst>
  <p:sldSz cx="13716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56" userDrawn="1">
          <p15:clr>
            <a:srgbClr val="A4A3A4"/>
          </p15:clr>
        </p15:guide>
        <p15:guide id="2" pos="43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905"/>
    <a:srgbClr val="ECEAF7"/>
    <a:srgbClr val="4C05FF"/>
    <a:srgbClr val="005E00"/>
    <a:srgbClr val="F5F5FF"/>
    <a:srgbClr val="000000"/>
    <a:srgbClr val="05B8FF"/>
    <a:srgbClr val="E363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76" autoAdjust="0"/>
    <p:restoredTop sz="94102" autoAdjust="0"/>
  </p:normalViewPr>
  <p:slideViewPr>
    <p:cSldViewPr snapToGrid="0">
      <p:cViewPr varScale="1">
        <p:scale>
          <a:sx n="56" d="100"/>
          <a:sy n="56" d="100"/>
        </p:scale>
        <p:origin x="1555" y="48"/>
      </p:cViewPr>
      <p:guideLst>
        <p:guide orient="horz" pos="2856"/>
        <p:guide pos="43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0" y="1496484"/>
            <a:ext cx="116586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0" y="4802717"/>
            <a:ext cx="102870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D55F9-11A3-4523-8F38-6BA37933791A}" type="datetime1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698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9D56B-6EBE-4E5F-99D9-2A3DBDF37D0A}" type="datetime1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508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2" y="2279653"/>
            <a:ext cx="1183005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2" y="6119286"/>
            <a:ext cx="1183005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3F3CA-C7E3-432D-9282-18F13836509A}" type="datetime1">
              <a:rPr lang="en-US" smtClean="0"/>
              <a:t>12/30/2025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145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5" y="2434167"/>
            <a:ext cx="58293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25" y="2434167"/>
            <a:ext cx="58293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E9C62-1337-40B8-BA50-E9F4861DB4BC}" type="datetime1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364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486836"/>
            <a:ext cx="1183005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3" y="2241551"/>
            <a:ext cx="5802510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3" y="3340100"/>
            <a:ext cx="5802510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6" y="2241551"/>
            <a:ext cx="5831087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6" y="3340100"/>
            <a:ext cx="5831087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195EB-2DA3-4B24-8725-19BC22A7BE50}" type="datetime1">
              <a:rPr lang="en-US" smtClean="0"/>
              <a:t>12/30/2025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7538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37E6-0076-4915-A5A8-B7C11FA4F374}" type="datetime1">
              <a:rPr lang="en-US" smtClean="0"/>
              <a:t>12/30/2025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662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5F58F-C0B5-422A-8E5A-6B99E5D80F0A}" type="datetime1">
              <a:rPr lang="en-US" smtClean="0"/>
              <a:t>12/30/2025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3746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609600"/>
            <a:ext cx="4423767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7" y="1316569"/>
            <a:ext cx="6943725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2743200"/>
            <a:ext cx="4423767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5E655-9687-48DF-A33F-F8824CCCB5D1}" type="datetime1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00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609600"/>
            <a:ext cx="4423767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7" y="1316569"/>
            <a:ext cx="6943725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2743200"/>
            <a:ext cx="4423767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FD56A-AAB8-4544-A495-D0645413C9E3}" type="datetime1">
              <a:rPr lang="en-US" smtClean="0"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529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4E757A-3EC2-4683-9080-1A460C37C843}" type="datetime1">
              <a:rPr lang="en-US" smtClean="0"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189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3" y="486834"/>
            <a:ext cx="2957513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6" y="486834"/>
            <a:ext cx="8701088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C8096C-64ED-4153-A483-5C02E44AD5C3}" type="datetime1">
              <a:rPr lang="en-US" smtClean="0"/>
              <a:t>12/30/2025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768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75" y="486836"/>
            <a:ext cx="1183005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75" y="2434167"/>
            <a:ext cx="1183005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75" y="8475136"/>
            <a:ext cx="30861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3BAB95-8DA7-460B-B00A-7037C8394FB0}" type="datetime1">
              <a:rPr lang="en-US" smtClean="0"/>
              <a:pPr/>
              <a:t>12/30/2025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25" y="8475136"/>
            <a:ext cx="46291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25" y="8475136"/>
            <a:ext cx="30861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A71338-8BA2-4C79-A6C5-5A8E30081D0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2787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hf sldNum="0" hdr="0" ftr="0" dt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05B8FF">
                <a:alpha val="10000"/>
              </a:srgbClr>
            </a:gs>
            <a:gs pos="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1430A74-7FF5-312E-5D3D-FEEB066598D4}"/>
              </a:ext>
            </a:extLst>
          </p:cNvPr>
          <p:cNvSpPr/>
          <p:nvPr/>
        </p:nvSpPr>
        <p:spPr>
          <a:xfrm>
            <a:off x="457200" y="0"/>
            <a:ext cx="1828800" cy="914400"/>
          </a:xfrm>
          <a:prstGeom prst="roundRect">
            <a:avLst/>
          </a:prstGeom>
          <a:solidFill>
            <a:srgbClr val="05B8FF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30">
              <a:noFill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C08B2D4-B715-71C0-7891-8FBBA4E9FD92}"/>
              </a:ext>
            </a:extLst>
          </p:cNvPr>
          <p:cNvSpPr/>
          <p:nvPr/>
        </p:nvSpPr>
        <p:spPr>
          <a:xfrm>
            <a:off x="8229600" y="2651760"/>
            <a:ext cx="5029200" cy="6035040"/>
          </a:xfrm>
          <a:prstGeom prst="roundRect">
            <a:avLst>
              <a:gd name="adj" fmla="val 4727"/>
            </a:avLst>
          </a:prstGeom>
          <a:solidFill>
            <a:srgbClr val="05B8FF">
              <a:alpha val="3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9DE0205-A1E8-D9C5-DC06-A1894E789E7F}"/>
              </a:ext>
            </a:extLst>
          </p:cNvPr>
          <p:cNvGrpSpPr/>
          <p:nvPr/>
        </p:nvGrpSpPr>
        <p:grpSpPr>
          <a:xfrm>
            <a:off x="8463837" y="3195287"/>
            <a:ext cx="955548" cy="804672"/>
            <a:chOff x="2881952" y="4324839"/>
            <a:chExt cx="955548" cy="804672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A40223C-88F0-1AB3-700D-F21924D9A045}"/>
                </a:ext>
              </a:extLst>
            </p:cNvPr>
            <p:cNvSpPr/>
            <p:nvPr/>
          </p:nvSpPr>
          <p:spPr>
            <a:xfrm>
              <a:off x="2881952" y="4324839"/>
              <a:ext cx="804672" cy="804672"/>
            </a:xfrm>
            <a:prstGeom prst="ellipse">
              <a:avLst/>
            </a:prstGeom>
            <a:solidFill>
              <a:srgbClr val="FFC9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CFD3123-4B8D-9CC2-43E1-C9CB8B2E4E55}"/>
                </a:ext>
              </a:extLst>
            </p:cNvPr>
            <p:cNvSpPr/>
            <p:nvPr/>
          </p:nvSpPr>
          <p:spPr>
            <a:xfrm>
              <a:off x="3535748" y="4324839"/>
              <a:ext cx="301752" cy="301752"/>
            </a:xfrm>
            <a:prstGeom prst="ellipse">
              <a:avLst/>
            </a:prstGeom>
            <a:solidFill>
              <a:srgbClr val="FFC9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A2DEDFC-6540-841B-5DC5-723266FEBFF9}"/>
                </a:ext>
              </a:extLst>
            </p:cNvPr>
            <p:cNvSpPr/>
            <p:nvPr/>
          </p:nvSpPr>
          <p:spPr>
            <a:xfrm>
              <a:off x="2982536" y="4425423"/>
              <a:ext cx="603504" cy="60350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4EAB0EA-9C7F-8705-E988-F40A0C47150E}"/>
              </a:ext>
            </a:extLst>
          </p:cNvPr>
          <p:cNvGrpSpPr/>
          <p:nvPr/>
        </p:nvGrpSpPr>
        <p:grpSpPr>
          <a:xfrm>
            <a:off x="8463837" y="4330937"/>
            <a:ext cx="955548" cy="804672"/>
            <a:chOff x="2881952" y="4324839"/>
            <a:chExt cx="955548" cy="804672"/>
          </a:xfrm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AB246173-7484-5F6A-FC78-75E2892FB14F}"/>
                </a:ext>
              </a:extLst>
            </p:cNvPr>
            <p:cNvSpPr/>
            <p:nvPr/>
          </p:nvSpPr>
          <p:spPr>
            <a:xfrm>
              <a:off x="2881952" y="4324839"/>
              <a:ext cx="804672" cy="80467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1F4877E5-830E-D429-C30C-6F81B50C6A5F}"/>
                </a:ext>
              </a:extLst>
            </p:cNvPr>
            <p:cNvSpPr/>
            <p:nvPr/>
          </p:nvSpPr>
          <p:spPr>
            <a:xfrm>
              <a:off x="3535748" y="4324839"/>
              <a:ext cx="301752" cy="30175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611CDF77-00D6-CC95-0F45-D80994E03A18}"/>
                </a:ext>
              </a:extLst>
            </p:cNvPr>
            <p:cNvSpPr/>
            <p:nvPr/>
          </p:nvSpPr>
          <p:spPr>
            <a:xfrm>
              <a:off x="2982536" y="4425423"/>
              <a:ext cx="603504" cy="60350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14FAAA0-10DB-3D4B-E51F-1FEDB82BA546}"/>
              </a:ext>
            </a:extLst>
          </p:cNvPr>
          <p:cNvGrpSpPr/>
          <p:nvPr/>
        </p:nvGrpSpPr>
        <p:grpSpPr>
          <a:xfrm>
            <a:off x="8463837" y="5466587"/>
            <a:ext cx="955548" cy="804672"/>
            <a:chOff x="2881952" y="4324839"/>
            <a:chExt cx="955548" cy="804672"/>
          </a:xfrm>
        </p:grpSpPr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03CEC667-6944-1BAF-33CB-F6D8AB37B681}"/>
                </a:ext>
              </a:extLst>
            </p:cNvPr>
            <p:cNvSpPr/>
            <p:nvPr/>
          </p:nvSpPr>
          <p:spPr>
            <a:xfrm>
              <a:off x="2881952" y="4324839"/>
              <a:ext cx="804672" cy="804672"/>
            </a:xfrm>
            <a:prstGeom prst="ellipse">
              <a:avLst/>
            </a:prstGeom>
            <a:solidFill>
              <a:srgbClr val="E3636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EBB02087-8103-AC09-E75C-D7A2EEC80B4C}"/>
                </a:ext>
              </a:extLst>
            </p:cNvPr>
            <p:cNvSpPr/>
            <p:nvPr/>
          </p:nvSpPr>
          <p:spPr>
            <a:xfrm>
              <a:off x="3535748" y="4324839"/>
              <a:ext cx="301752" cy="301752"/>
            </a:xfrm>
            <a:prstGeom prst="ellipse">
              <a:avLst/>
            </a:prstGeom>
            <a:solidFill>
              <a:srgbClr val="E3636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8A6EB0CF-31FD-8DF8-68F0-89999DFDF5CD}"/>
                </a:ext>
              </a:extLst>
            </p:cNvPr>
            <p:cNvSpPr/>
            <p:nvPr/>
          </p:nvSpPr>
          <p:spPr>
            <a:xfrm>
              <a:off x="2982536" y="4425423"/>
              <a:ext cx="603504" cy="603504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9A9D815F-A5D0-8CC4-1CB5-F2F84C0DE010}"/>
              </a:ext>
            </a:extLst>
          </p:cNvPr>
          <p:cNvSpPr>
            <a:spLocks/>
          </p:cNvSpPr>
          <p:nvPr/>
        </p:nvSpPr>
        <p:spPr>
          <a:xfrm>
            <a:off x="8639859" y="6602237"/>
            <a:ext cx="603504" cy="60350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9575DDF5-FC59-6D90-2FD7-EEC6B165F4F9}"/>
              </a:ext>
            </a:extLst>
          </p:cNvPr>
          <p:cNvSpPr/>
          <p:nvPr/>
        </p:nvSpPr>
        <p:spPr>
          <a:xfrm>
            <a:off x="8639859" y="7536721"/>
            <a:ext cx="603504" cy="60350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52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E36F0A6-51B5-EF9A-4B26-459E88BC981B}"/>
              </a:ext>
            </a:extLst>
          </p:cNvPr>
          <p:cNvSpPr/>
          <p:nvPr/>
        </p:nvSpPr>
        <p:spPr>
          <a:xfrm>
            <a:off x="0" y="0"/>
            <a:ext cx="13716000" cy="9144000"/>
          </a:xfrm>
          <a:prstGeom prst="rect">
            <a:avLst/>
          </a:prstGeom>
          <a:solidFill>
            <a:srgbClr val="ECEA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E83209-DC62-B6FB-5834-E8D592C370CF}"/>
              </a:ext>
            </a:extLst>
          </p:cNvPr>
          <p:cNvSpPr/>
          <p:nvPr/>
        </p:nvSpPr>
        <p:spPr>
          <a:xfrm>
            <a:off x="0" y="0"/>
            <a:ext cx="13716000" cy="68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C39EE8-1658-6F0D-AA9C-A926CD1A0079}"/>
              </a:ext>
            </a:extLst>
          </p:cNvPr>
          <p:cNvSpPr/>
          <p:nvPr/>
        </p:nvSpPr>
        <p:spPr>
          <a:xfrm>
            <a:off x="0" y="0"/>
            <a:ext cx="1920240" cy="9144000"/>
          </a:xfrm>
          <a:prstGeom prst="rect">
            <a:avLst/>
          </a:prstGeom>
          <a:gradFill>
            <a:gsLst>
              <a:gs pos="74845">
                <a:srgbClr val="9B73FF"/>
              </a:gs>
              <a:gs pos="54000">
                <a:srgbClr val="4C05FF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5F3C42B-EF6B-EA4C-850F-E567F95C3888}"/>
              </a:ext>
            </a:extLst>
          </p:cNvPr>
          <p:cNvSpPr/>
          <p:nvPr/>
        </p:nvSpPr>
        <p:spPr>
          <a:xfrm>
            <a:off x="2377440" y="942702"/>
            <a:ext cx="2551176" cy="16002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AA8D939-A5CC-234E-32E5-3527FE82E280}"/>
              </a:ext>
            </a:extLst>
          </p:cNvPr>
          <p:cNvSpPr/>
          <p:nvPr/>
        </p:nvSpPr>
        <p:spPr>
          <a:xfrm>
            <a:off x="5154168" y="942702"/>
            <a:ext cx="2551176" cy="16002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44D49B4-63A2-2A10-8A94-FD359FE00E43}"/>
              </a:ext>
            </a:extLst>
          </p:cNvPr>
          <p:cNvSpPr/>
          <p:nvPr/>
        </p:nvSpPr>
        <p:spPr>
          <a:xfrm>
            <a:off x="7930896" y="942702"/>
            <a:ext cx="2551176" cy="16002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CE7F832-AC53-EB58-BF19-E8B89D29CE77}"/>
              </a:ext>
            </a:extLst>
          </p:cNvPr>
          <p:cNvSpPr/>
          <p:nvPr/>
        </p:nvSpPr>
        <p:spPr>
          <a:xfrm>
            <a:off x="10707624" y="942702"/>
            <a:ext cx="2551176" cy="16002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D0B78BB-6C10-95CA-3935-16CB72110E7C}"/>
              </a:ext>
            </a:extLst>
          </p:cNvPr>
          <p:cNvSpPr/>
          <p:nvPr/>
        </p:nvSpPr>
        <p:spPr>
          <a:xfrm>
            <a:off x="2377440" y="2771501"/>
            <a:ext cx="6618732" cy="29718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1044C76-A2BA-C664-EE44-BB825D1DE81E}"/>
              </a:ext>
            </a:extLst>
          </p:cNvPr>
          <p:cNvSpPr/>
          <p:nvPr/>
        </p:nvSpPr>
        <p:spPr>
          <a:xfrm>
            <a:off x="9224772" y="2771501"/>
            <a:ext cx="4034028" cy="29718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FCD7A3B-524E-8B41-B3FF-1676DB7821F0}"/>
              </a:ext>
            </a:extLst>
          </p:cNvPr>
          <p:cNvSpPr/>
          <p:nvPr/>
        </p:nvSpPr>
        <p:spPr>
          <a:xfrm>
            <a:off x="6640068" y="5971900"/>
            <a:ext cx="6618732" cy="29718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4E1A75F-9F0C-0F5F-9F19-1A73C2237C37}"/>
              </a:ext>
            </a:extLst>
          </p:cNvPr>
          <p:cNvSpPr/>
          <p:nvPr/>
        </p:nvSpPr>
        <p:spPr>
          <a:xfrm>
            <a:off x="2377440" y="5971900"/>
            <a:ext cx="4034028" cy="297180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20685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91797-68D4-94FC-1EAB-5054F79E2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8FAB81B-BC67-F400-EA0C-0E9BDFED46D7}"/>
              </a:ext>
            </a:extLst>
          </p:cNvPr>
          <p:cNvSpPr/>
          <p:nvPr/>
        </p:nvSpPr>
        <p:spPr>
          <a:xfrm>
            <a:off x="0" y="0"/>
            <a:ext cx="13716000" cy="9144000"/>
          </a:xfrm>
          <a:prstGeom prst="rect">
            <a:avLst/>
          </a:prstGeom>
          <a:solidFill>
            <a:srgbClr val="ECEA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06D6931-2168-28CD-A2DD-1008CFB79583}"/>
              </a:ext>
            </a:extLst>
          </p:cNvPr>
          <p:cNvSpPr/>
          <p:nvPr/>
        </p:nvSpPr>
        <p:spPr>
          <a:xfrm>
            <a:off x="0" y="1"/>
            <a:ext cx="13716000" cy="68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7118D9-6A3C-31F3-FE4C-8FBFCCA79D42}"/>
              </a:ext>
            </a:extLst>
          </p:cNvPr>
          <p:cNvSpPr/>
          <p:nvPr/>
        </p:nvSpPr>
        <p:spPr>
          <a:xfrm>
            <a:off x="0" y="0"/>
            <a:ext cx="1920240" cy="9144000"/>
          </a:xfrm>
          <a:prstGeom prst="rect">
            <a:avLst/>
          </a:prstGeom>
          <a:gradFill>
            <a:gsLst>
              <a:gs pos="74845">
                <a:srgbClr val="9B73FF"/>
              </a:gs>
              <a:gs pos="54000">
                <a:srgbClr val="4C05FF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6E0BDE0-15E6-13BF-A75B-361D53763237}"/>
              </a:ext>
            </a:extLst>
          </p:cNvPr>
          <p:cNvSpPr/>
          <p:nvPr/>
        </p:nvSpPr>
        <p:spPr>
          <a:xfrm>
            <a:off x="2377439" y="1097280"/>
            <a:ext cx="10886385" cy="2971800"/>
          </a:xfrm>
          <a:prstGeom prst="roundRect">
            <a:avLst>
              <a:gd name="adj" fmla="val 6362"/>
            </a:avLst>
          </a:prstGeom>
          <a:gradFill>
            <a:gsLst>
              <a:gs pos="98000">
                <a:srgbClr val="FFC905"/>
              </a:gs>
              <a:gs pos="39000">
                <a:srgbClr val="FFEEB1"/>
              </a:gs>
              <a:gs pos="75000">
                <a:srgbClr val="FFDF6A"/>
              </a:gs>
              <a:gs pos="0">
                <a:schemeClr val="bg1"/>
              </a:gs>
            </a:gsLst>
            <a:lin ang="16200000" scaled="0"/>
          </a:gra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6104CD1-E22D-78A2-4546-7380723075CD}"/>
              </a:ext>
            </a:extLst>
          </p:cNvPr>
          <p:cNvSpPr/>
          <p:nvPr/>
        </p:nvSpPr>
        <p:spPr>
          <a:xfrm>
            <a:off x="2374927" y="4526280"/>
            <a:ext cx="3319272" cy="416052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4439735-605A-500E-BD6A-B5C814CCB001}"/>
              </a:ext>
            </a:extLst>
          </p:cNvPr>
          <p:cNvSpPr/>
          <p:nvPr/>
        </p:nvSpPr>
        <p:spPr>
          <a:xfrm>
            <a:off x="6159740" y="4526280"/>
            <a:ext cx="3319272" cy="416052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F84C571-8796-6563-4004-AF05B94F309A}"/>
              </a:ext>
            </a:extLst>
          </p:cNvPr>
          <p:cNvSpPr/>
          <p:nvPr/>
        </p:nvSpPr>
        <p:spPr>
          <a:xfrm>
            <a:off x="9944552" y="4526280"/>
            <a:ext cx="3319272" cy="4160520"/>
          </a:xfrm>
          <a:prstGeom prst="roundRect">
            <a:avLst>
              <a:gd name="adj" fmla="val 6362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047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076314-8835-CAC9-3878-96110A389E79}"/>
              </a:ext>
            </a:extLst>
          </p:cNvPr>
          <p:cNvSpPr/>
          <p:nvPr/>
        </p:nvSpPr>
        <p:spPr>
          <a:xfrm>
            <a:off x="2377439" y="1097280"/>
            <a:ext cx="2551176" cy="1600200"/>
          </a:xfrm>
          <a:prstGeom prst="roundRect">
            <a:avLst>
              <a:gd name="adj" fmla="val 6362"/>
            </a:avLst>
          </a:prstGeom>
          <a:gradFill>
            <a:gsLst>
              <a:gs pos="98000">
                <a:srgbClr val="FFC905"/>
              </a:gs>
              <a:gs pos="39000">
                <a:srgbClr val="FFEEB1"/>
              </a:gs>
              <a:gs pos="75000">
                <a:srgbClr val="FFDF6A"/>
              </a:gs>
              <a:gs pos="0">
                <a:schemeClr val="bg1"/>
              </a:gs>
            </a:gsLst>
            <a:lin ang="16200000" scaled="0"/>
          </a:gradFill>
          <a:ln>
            <a:noFill/>
          </a:ln>
          <a:effectLst>
            <a:outerShdw blurRad="1905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17365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45E05-C9C0-95F5-75ED-3662E61F7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#00963C</a:t>
            </a:r>
            <a:r>
              <a:rPr lang="en-US"/>
              <a:t>: green</a:t>
            </a:r>
            <a:br>
              <a:rPr lang="en-US"/>
            </a:br>
            <a:r>
              <a:rPr lang="en-US"/>
              <a:t>#F60000: red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3F85B6-3138-FE9B-EF4B-CB58003547CE}"/>
              </a:ext>
            </a:extLst>
          </p:cNvPr>
          <p:cNvSpPr/>
          <p:nvPr/>
        </p:nvSpPr>
        <p:spPr>
          <a:xfrm>
            <a:off x="701387" y="3526708"/>
            <a:ext cx="2057400" cy="209058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3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DE49EA6-8AEB-BC5D-8986-6799E1D2B226}"/>
              </a:ext>
            </a:extLst>
          </p:cNvPr>
          <p:cNvSpPr/>
          <p:nvPr/>
        </p:nvSpPr>
        <p:spPr>
          <a:xfrm>
            <a:off x="8930987" y="3526708"/>
            <a:ext cx="2057400" cy="2090584"/>
          </a:xfrm>
          <a:prstGeom prst="rect">
            <a:avLst/>
          </a:prstGeom>
          <a:solidFill>
            <a:srgbClr val="05B8FF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3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EBC501-9660-190F-9BC8-C72AE8662702}"/>
              </a:ext>
            </a:extLst>
          </p:cNvPr>
          <p:cNvSpPr/>
          <p:nvPr/>
        </p:nvSpPr>
        <p:spPr>
          <a:xfrm>
            <a:off x="2758787" y="3526708"/>
            <a:ext cx="2057400" cy="2090584"/>
          </a:xfrm>
          <a:prstGeom prst="rect">
            <a:avLst/>
          </a:prstGeom>
          <a:solidFill>
            <a:srgbClr val="EFEFFF">
              <a:alpha val="60000"/>
            </a:srgb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3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A53452-5928-6AA1-41AC-6B70CD57B6A4}"/>
              </a:ext>
            </a:extLst>
          </p:cNvPr>
          <p:cNvSpPr/>
          <p:nvPr/>
        </p:nvSpPr>
        <p:spPr>
          <a:xfrm>
            <a:off x="4816187" y="3526708"/>
            <a:ext cx="2057400" cy="2090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30" dirty="0"/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11A4275-F74B-7723-CD10-1686D9558572}"/>
              </a:ext>
            </a:extLst>
          </p:cNvPr>
          <p:cNvSpPr/>
          <p:nvPr/>
        </p:nvSpPr>
        <p:spPr>
          <a:xfrm>
            <a:off x="6873587" y="3526708"/>
            <a:ext cx="2057400" cy="2090584"/>
          </a:xfrm>
          <a:prstGeom prst="rect">
            <a:avLst/>
          </a:prstGeom>
          <a:solidFill>
            <a:srgbClr val="FFC90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3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B227A26-08DE-97EA-E96F-4BEAEBC510A6}"/>
              </a:ext>
            </a:extLst>
          </p:cNvPr>
          <p:cNvSpPr/>
          <p:nvPr/>
        </p:nvSpPr>
        <p:spPr>
          <a:xfrm>
            <a:off x="10988389" y="3526708"/>
            <a:ext cx="2057400" cy="2090584"/>
          </a:xfrm>
          <a:prstGeom prst="rect">
            <a:avLst/>
          </a:prstGeom>
          <a:solidFill>
            <a:srgbClr val="4C05FF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3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63CEC8-8B85-9195-B34D-4F0542A53544}"/>
              </a:ext>
            </a:extLst>
          </p:cNvPr>
          <p:cNvSpPr txBox="1"/>
          <p:nvPr/>
        </p:nvSpPr>
        <p:spPr>
          <a:xfrm>
            <a:off x="963920" y="5646671"/>
            <a:ext cx="153233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/>
              <a:t>#000000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087BE5-8FD0-BF29-730D-E100105A3621}"/>
              </a:ext>
            </a:extLst>
          </p:cNvPr>
          <p:cNvSpPr txBox="1"/>
          <p:nvPr/>
        </p:nvSpPr>
        <p:spPr>
          <a:xfrm>
            <a:off x="9162929" y="5683840"/>
            <a:ext cx="169306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/>
              <a:t>#05B8FF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0A4373-8D0D-121C-1955-4F5C107A136F}"/>
              </a:ext>
            </a:extLst>
          </p:cNvPr>
          <p:cNvSpPr txBox="1"/>
          <p:nvPr/>
        </p:nvSpPr>
        <p:spPr>
          <a:xfrm>
            <a:off x="3040505" y="5646671"/>
            <a:ext cx="169306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/>
              <a:t>#F5F5FF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DDF5C6-4B50-CCA6-D965-53AC4D013C07}"/>
              </a:ext>
            </a:extLst>
          </p:cNvPr>
          <p:cNvSpPr txBox="1"/>
          <p:nvPr/>
        </p:nvSpPr>
        <p:spPr>
          <a:xfrm>
            <a:off x="5097905" y="5683840"/>
            <a:ext cx="169306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/>
              <a:t>#FFFFFF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44AD38-CEF6-9A67-9CFC-3C57563700BD}"/>
              </a:ext>
            </a:extLst>
          </p:cNvPr>
          <p:cNvSpPr txBox="1"/>
          <p:nvPr/>
        </p:nvSpPr>
        <p:spPr>
          <a:xfrm>
            <a:off x="7155305" y="5683840"/>
            <a:ext cx="169306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/>
              <a:t>#FFC905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9E90FC1-F004-0377-B99A-6F5CF29139FF}"/>
              </a:ext>
            </a:extLst>
          </p:cNvPr>
          <p:cNvSpPr txBox="1"/>
          <p:nvPr/>
        </p:nvSpPr>
        <p:spPr>
          <a:xfrm>
            <a:off x="11170555" y="5683840"/>
            <a:ext cx="169306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dirty="0"/>
              <a:t>#4C05FF</a:t>
            </a:r>
          </a:p>
        </p:txBody>
      </p:sp>
    </p:spTree>
    <p:extLst>
      <p:ext uri="{BB962C8B-B14F-4D97-AF65-F5344CB8AC3E}">
        <p14:creationId xmlns:p14="http://schemas.microsoft.com/office/powerpoint/2010/main" val="2927990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376</TotalTime>
  <Words>25</Words>
  <Application>Microsoft Office PowerPoint</Application>
  <PresentationFormat>Custom</PresentationFormat>
  <Paragraphs>11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#00963C: green #F60000: red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Thi-Diem-My Le</dc:creator>
  <cp:lastModifiedBy>Thi-Diem-My Le</cp:lastModifiedBy>
  <cp:revision>11</cp:revision>
  <dcterms:created xsi:type="dcterms:W3CDTF">2025-12-27T13:10:37Z</dcterms:created>
  <dcterms:modified xsi:type="dcterms:W3CDTF">2025-12-30T05:44:51Z</dcterms:modified>
</cp:coreProperties>
</file>