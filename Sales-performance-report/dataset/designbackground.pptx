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92" r:id="rId1"/>
  </p:sldMasterIdLst>
  <p:sldIdLst>
    <p:sldId id="256" r:id="rId2"/>
    <p:sldId id="258" r:id="rId3"/>
    <p:sldId id="259" r:id="rId4"/>
    <p:sldId id="260" r:id="rId5"/>
    <p:sldId id="257" r:id="rId6"/>
  </p:sldIdLst>
  <p:sldSz cx="13716000" cy="9144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856" userDrawn="1">
          <p15:clr>
            <a:srgbClr val="A4A3A4"/>
          </p15:clr>
        </p15:guide>
        <p15:guide id="2" pos="432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C905"/>
    <a:srgbClr val="ECEAF7"/>
    <a:srgbClr val="4C05FF"/>
    <a:srgbClr val="005E00"/>
    <a:srgbClr val="F5F5FF"/>
    <a:srgbClr val="000000"/>
    <a:srgbClr val="05B8FF"/>
    <a:srgbClr val="E3636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0976" autoAdjust="0"/>
    <p:restoredTop sz="94102" autoAdjust="0"/>
  </p:normalViewPr>
  <p:slideViewPr>
    <p:cSldViewPr snapToGrid="0">
      <p:cViewPr>
        <p:scale>
          <a:sx n="47" d="100"/>
          <a:sy n="47" d="100"/>
        </p:scale>
        <p:origin x="1186" y="307"/>
      </p:cViewPr>
      <p:guideLst>
        <p:guide orient="horz" pos="2856"/>
        <p:guide pos="432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028700" y="1496484"/>
            <a:ext cx="11658600" cy="3183467"/>
          </a:xfrm>
        </p:spPr>
        <p:txBody>
          <a:bodyPr anchor="b"/>
          <a:lstStyle>
            <a:lvl1pPr algn="ctr">
              <a:defRPr sz="8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714500" y="4802717"/>
            <a:ext cx="10287000" cy="2207683"/>
          </a:xfrm>
        </p:spPr>
        <p:txBody>
          <a:bodyPr/>
          <a:lstStyle>
            <a:lvl1pPr marL="0" indent="0" algn="ctr">
              <a:buNone/>
              <a:defRPr sz="3200"/>
            </a:lvl1pPr>
            <a:lvl2pPr marL="609585" indent="0" algn="ctr">
              <a:buNone/>
              <a:defRPr sz="2667"/>
            </a:lvl2pPr>
            <a:lvl3pPr marL="1219170" indent="0" algn="ctr">
              <a:buNone/>
              <a:defRPr sz="2400"/>
            </a:lvl3pPr>
            <a:lvl4pPr marL="1828754" indent="0" algn="ctr">
              <a:buNone/>
              <a:defRPr sz="2133"/>
            </a:lvl4pPr>
            <a:lvl5pPr marL="2438339" indent="0" algn="ctr">
              <a:buNone/>
              <a:defRPr sz="2133"/>
            </a:lvl5pPr>
            <a:lvl6pPr marL="3047924" indent="0" algn="ctr">
              <a:buNone/>
              <a:defRPr sz="2133"/>
            </a:lvl6pPr>
            <a:lvl7pPr marL="3657509" indent="0" algn="ctr">
              <a:buNone/>
              <a:defRPr sz="2133"/>
            </a:lvl7pPr>
            <a:lvl8pPr marL="4267093" indent="0" algn="ctr">
              <a:buNone/>
              <a:defRPr sz="2133"/>
            </a:lvl8pPr>
            <a:lvl9pPr marL="4876678" indent="0" algn="ctr">
              <a:buNone/>
              <a:defRPr sz="2133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73D55F9-11A3-4523-8F38-6BA37933791A}" type="datetime1">
              <a:rPr lang="en-US" smtClean="0"/>
              <a:t>12/28/2025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A71338-8BA2-4C79-A6C5-5A8E30081D0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1369849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B9D56B-6EBE-4E5F-99D9-2A3DBDF37D0A}" type="datetime1">
              <a:rPr lang="en-US" smtClean="0"/>
              <a:t>12/28/2025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A71338-8BA2-4C79-A6C5-5A8E30081D0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0750846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5832" y="2279653"/>
            <a:ext cx="11830050" cy="3803649"/>
          </a:xfrm>
        </p:spPr>
        <p:txBody>
          <a:bodyPr anchor="b"/>
          <a:lstStyle>
            <a:lvl1pPr>
              <a:defRPr sz="8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35832" y="6119286"/>
            <a:ext cx="11830050" cy="2000249"/>
          </a:xfrm>
        </p:spPr>
        <p:txBody>
          <a:bodyPr/>
          <a:lstStyle>
            <a:lvl1pPr marL="0" indent="0">
              <a:buNone/>
              <a:defRPr sz="3200">
                <a:solidFill>
                  <a:schemeClr val="tx1">
                    <a:tint val="82000"/>
                  </a:schemeClr>
                </a:solidFill>
              </a:defRPr>
            </a:lvl1pPr>
            <a:lvl2pPr marL="609585" indent="0">
              <a:buNone/>
              <a:defRPr sz="2667">
                <a:solidFill>
                  <a:schemeClr val="tx1">
                    <a:tint val="82000"/>
                  </a:schemeClr>
                </a:solidFill>
              </a:defRPr>
            </a:lvl2pPr>
            <a:lvl3pPr marL="121917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3pPr>
            <a:lvl4pPr marL="1828754" indent="0">
              <a:buNone/>
              <a:defRPr sz="2133">
                <a:solidFill>
                  <a:schemeClr val="tx1">
                    <a:tint val="82000"/>
                  </a:schemeClr>
                </a:solidFill>
              </a:defRPr>
            </a:lvl4pPr>
            <a:lvl5pPr marL="2438339" indent="0">
              <a:buNone/>
              <a:defRPr sz="2133">
                <a:solidFill>
                  <a:schemeClr val="tx1">
                    <a:tint val="82000"/>
                  </a:schemeClr>
                </a:solidFill>
              </a:defRPr>
            </a:lvl5pPr>
            <a:lvl6pPr marL="3047924" indent="0">
              <a:buNone/>
              <a:defRPr sz="2133">
                <a:solidFill>
                  <a:schemeClr val="tx1">
                    <a:tint val="82000"/>
                  </a:schemeClr>
                </a:solidFill>
              </a:defRPr>
            </a:lvl6pPr>
            <a:lvl7pPr marL="3657509" indent="0">
              <a:buNone/>
              <a:defRPr sz="2133">
                <a:solidFill>
                  <a:schemeClr val="tx1">
                    <a:tint val="82000"/>
                  </a:schemeClr>
                </a:solidFill>
              </a:defRPr>
            </a:lvl7pPr>
            <a:lvl8pPr marL="4267093" indent="0">
              <a:buNone/>
              <a:defRPr sz="2133">
                <a:solidFill>
                  <a:schemeClr val="tx1">
                    <a:tint val="82000"/>
                  </a:schemeClr>
                </a:solidFill>
              </a:defRPr>
            </a:lvl8pPr>
            <a:lvl9pPr marL="4876678" indent="0">
              <a:buNone/>
              <a:defRPr sz="2133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C33F3CA-C7E3-432D-9282-18F13836509A}" type="datetime1">
              <a:rPr lang="en-US" smtClean="0"/>
              <a:t>12/28/2025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A71338-8BA2-4C79-A6C5-5A8E30081D0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6714567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42975" y="2434167"/>
            <a:ext cx="5829300" cy="580178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943725" y="2434167"/>
            <a:ext cx="5829300" cy="580178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BE9C62-1337-40B8-BA50-E9F4861DB4BC}" type="datetime1">
              <a:rPr lang="en-US" smtClean="0"/>
              <a:t>12/28/2025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A71338-8BA2-4C79-A6C5-5A8E30081D0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7136411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44762" y="486836"/>
            <a:ext cx="11830050" cy="1767417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44763" y="2241551"/>
            <a:ext cx="5802510" cy="1098549"/>
          </a:xfrm>
        </p:spPr>
        <p:txBody>
          <a:bodyPr anchor="b"/>
          <a:lstStyle>
            <a:lvl1pPr marL="0" indent="0">
              <a:buNone/>
              <a:defRPr sz="3200" b="1"/>
            </a:lvl1pPr>
            <a:lvl2pPr marL="609585" indent="0">
              <a:buNone/>
              <a:defRPr sz="2667" b="1"/>
            </a:lvl2pPr>
            <a:lvl3pPr marL="1219170" indent="0">
              <a:buNone/>
              <a:defRPr sz="2400" b="1"/>
            </a:lvl3pPr>
            <a:lvl4pPr marL="1828754" indent="0">
              <a:buNone/>
              <a:defRPr sz="2133" b="1"/>
            </a:lvl4pPr>
            <a:lvl5pPr marL="2438339" indent="0">
              <a:buNone/>
              <a:defRPr sz="2133" b="1"/>
            </a:lvl5pPr>
            <a:lvl6pPr marL="3047924" indent="0">
              <a:buNone/>
              <a:defRPr sz="2133" b="1"/>
            </a:lvl6pPr>
            <a:lvl7pPr marL="3657509" indent="0">
              <a:buNone/>
              <a:defRPr sz="2133" b="1"/>
            </a:lvl7pPr>
            <a:lvl8pPr marL="4267093" indent="0">
              <a:buNone/>
              <a:defRPr sz="2133" b="1"/>
            </a:lvl8pPr>
            <a:lvl9pPr marL="4876678" indent="0">
              <a:buNone/>
              <a:defRPr sz="2133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944763" y="3340100"/>
            <a:ext cx="5802510" cy="491278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943726" y="2241551"/>
            <a:ext cx="5831087" cy="1098549"/>
          </a:xfrm>
        </p:spPr>
        <p:txBody>
          <a:bodyPr anchor="b"/>
          <a:lstStyle>
            <a:lvl1pPr marL="0" indent="0">
              <a:buNone/>
              <a:defRPr sz="3200" b="1"/>
            </a:lvl1pPr>
            <a:lvl2pPr marL="609585" indent="0">
              <a:buNone/>
              <a:defRPr sz="2667" b="1"/>
            </a:lvl2pPr>
            <a:lvl3pPr marL="1219170" indent="0">
              <a:buNone/>
              <a:defRPr sz="2400" b="1"/>
            </a:lvl3pPr>
            <a:lvl4pPr marL="1828754" indent="0">
              <a:buNone/>
              <a:defRPr sz="2133" b="1"/>
            </a:lvl4pPr>
            <a:lvl5pPr marL="2438339" indent="0">
              <a:buNone/>
              <a:defRPr sz="2133" b="1"/>
            </a:lvl5pPr>
            <a:lvl6pPr marL="3047924" indent="0">
              <a:buNone/>
              <a:defRPr sz="2133" b="1"/>
            </a:lvl6pPr>
            <a:lvl7pPr marL="3657509" indent="0">
              <a:buNone/>
              <a:defRPr sz="2133" b="1"/>
            </a:lvl7pPr>
            <a:lvl8pPr marL="4267093" indent="0">
              <a:buNone/>
              <a:defRPr sz="2133" b="1"/>
            </a:lvl8pPr>
            <a:lvl9pPr marL="4876678" indent="0">
              <a:buNone/>
              <a:defRPr sz="2133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943726" y="3340100"/>
            <a:ext cx="5831087" cy="491278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C195EB-2DA3-4B24-8725-19BC22A7BE50}" type="datetime1">
              <a:rPr lang="en-US" smtClean="0"/>
              <a:t>12/28/2025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A71338-8BA2-4C79-A6C5-5A8E30081D0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2275389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4E237E6-0076-4915-A5A8-B7C11FA4F374}" type="datetime1">
              <a:rPr lang="en-US" smtClean="0"/>
              <a:t>12/28/2025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A71338-8BA2-4C79-A6C5-5A8E30081D0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2366270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505F58F-C0B5-422A-8E5A-6B99E5D80F0A}" type="datetime1">
              <a:rPr lang="en-US" smtClean="0"/>
              <a:t>12/28/2025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A71338-8BA2-4C79-A6C5-5A8E30081D0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6037461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44762" y="609600"/>
            <a:ext cx="4423767" cy="2133600"/>
          </a:xfrm>
        </p:spPr>
        <p:txBody>
          <a:bodyPr anchor="b"/>
          <a:lstStyle>
            <a:lvl1pPr>
              <a:defRPr sz="4267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831087" y="1316569"/>
            <a:ext cx="6943725" cy="6498167"/>
          </a:xfrm>
        </p:spPr>
        <p:txBody>
          <a:bodyPr/>
          <a:lstStyle>
            <a:lvl1pPr>
              <a:defRPr sz="4267"/>
            </a:lvl1pPr>
            <a:lvl2pPr>
              <a:defRPr sz="3733"/>
            </a:lvl2pPr>
            <a:lvl3pPr>
              <a:defRPr sz="3200"/>
            </a:lvl3pPr>
            <a:lvl4pPr>
              <a:defRPr sz="2667"/>
            </a:lvl4pPr>
            <a:lvl5pPr>
              <a:defRPr sz="2667"/>
            </a:lvl5pPr>
            <a:lvl6pPr>
              <a:defRPr sz="2667"/>
            </a:lvl6pPr>
            <a:lvl7pPr>
              <a:defRPr sz="2667"/>
            </a:lvl7pPr>
            <a:lvl8pPr>
              <a:defRPr sz="2667"/>
            </a:lvl8pPr>
            <a:lvl9pPr>
              <a:defRPr sz="2667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44762" y="2743200"/>
            <a:ext cx="4423767" cy="5082117"/>
          </a:xfrm>
        </p:spPr>
        <p:txBody>
          <a:bodyPr/>
          <a:lstStyle>
            <a:lvl1pPr marL="0" indent="0">
              <a:buNone/>
              <a:defRPr sz="2133"/>
            </a:lvl1pPr>
            <a:lvl2pPr marL="609585" indent="0">
              <a:buNone/>
              <a:defRPr sz="1867"/>
            </a:lvl2pPr>
            <a:lvl3pPr marL="1219170" indent="0">
              <a:buNone/>
              <a:defRPr sz="1600"/>
            </a:lvl3pPr>
            <a:lvl4pPr marL="1828754" indent="0">
              <a:buNone/>
              <a:defRPr sz="1333"/>
            </a:lvl4pPr>
            <a:lvl5pPr marL="2438339" indent="0">
              <a:buNone/>
              <a:defRPr sz="1333"/>
            </a:lvl5pPr>
            <a:lvl6pPr marL="3047924" indent="0">
              <a:buNone/>
              <a:defRPr sz="1333"/>
            </a:lvl6pPr>
            <a:lvl7pPr marL="3657509" indent="0">
              <a:buNone/>
              <a:defRPr sz="1333"/>
            </a:lvl7pPr>
            <a:lvl8pPr marL="4267093" indent="0">
              <a:buNone/>
              <a:defRPr sz="1333"/>
            </a:lvl8pPr>
            <a:lvl9pPr marL="4876678" indent="0">
              <a:buNone/>
              <a:defRPr sz="1333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65E655-9687-48DF-A33F-F8824CCCB5D1}" type="datetime1">
              <a:rPr lang="en-US" smtClean="0"/>
              <a:t>12/28/2025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A71338-8BA2-4C79-A6C5-5A8E30081D0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7300093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44762" y="609600"/>
            <a:ext cx="4423767" cy="2133600"/>
          </a:xfrm>
        </p:spPr>
        <p:txBody>
          <a:bodyPr anchor="b"/>
          <a:lstStyle>
            <a:lvl1pPr>
              <a:defRPr sz="4267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831087" y="1316569"/>
            <a:ext cx="6943725" cy="6498167"/>
          </a:xfrm>
        </p:spPr>
        <p:txBody>
          <a:bodyPr anchor="t"/>
          <a:lstStyle>
            <a:lvl1pPr marL="0" indent="0">
              <a:buNone/>
              <a:defRPr sz="4267"/>
            </a:lvl1pPr>
            <a:lvl2pPr marL="609585" indent="0">
              <a:buNone/>
              <a:defRPr sz="3733"/>
            </a:lvl2pPr>
            <a:lvl3pPr marL="1219170" indent="0">
              <a:buNone/>
              <a:defRPr sz="3200"/>
            </a:lvl3pPr>
            <a:lvl4pPr marL="1828754" indent="0">
              <a:buNone/>
              <a:defRPr sz="2667"/>
            </a:lvl4pPr>
            <a:lvl5pPr marL="2438339" indent="0">
              <a:buNone/>
              <a:defRPr sz="2667"/>
            </a:lvl5pPr>
            <a:lvl6pPr marL="3047924" indent="0">
              <a:buNone/>
              <a:defRPr sz="2667"/>
            </a:lvl6pPr>
            <a:lvl7pPr marL="3657509" indent="0">
              <a:buNone/>
              <a:defRPr sz="2667"/>
            </a:lvl7pPr>
            <a:lvl8pPr marL="4267093" indent="0">
              <a:buNone/>
              <a:defRPr sz="2667"/>
            </a:lvl8pPr>
            <a:lvl9pPr marL="4876678" indent="0">
              <a:buNone/>
              <a:defRPr sz="2667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44762" y="2743200"/>
            <a:ext cx="4423767" cy="5082117"/>
          </a:xfrm>
        </p:spPr>
        <p:txBody>
          <a:bodyPr/>
          <a:lstStyle>
            <a:lvl1pPr marL="0" indent="0">
              <a:buNone/>
              <a:defRPr sz="2133"/>
            </a:lvl1pPr>
            <a:lvl2pPr marL="609585" indent="0">
              <a:buNone/>
              <a:defRPr sz="1867"/>
            </a:lvl2pPr>
            <a:lvl3pPr marL="1219170" indent="0">
              <a:buNone/>
              <a:defRPr sz="1600"/>
            </a:lvl3pPr>
            <a:lvl4pPr marL="1828754" indent="0">
              <a:buNone/>
              <a:defRPr sz="1333"/>
            </a:lvl4pPr>
            <a:lvl5pPr marL="2438339" indent="0">
              <a:buNone/>
              <a:defRPr sz="1333"/>
            </a:lvl5pPr>
            <a:lvl6pPr marL="3047924" indent="0">
              <a:buNone/>
              <a:defRPr sz="1333"/>
            </a:lvl6pPr>
            <a:lvl7pPr marL="3657509" indent="0">
              <a:buNone/>
              <a:defRPr sz="1333"/>
            </a:lvl7pPr>
            <a:lvl8pPr marL="4267093" indent="0">
              <a:buNone/>
              <a:defRPr sz="1333"/>
            </a:lvl8pPr>
            <a:lvl9pPr marL="4876678" indent="0">
              <a:buNone/>
              <a:defRPr sz="1333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7FD56A-AAB8-4544-A495-D0645413C9E3}" type="datetime1">
              <a:rPr lang="en-US" smtClean="0"/>
              <a:t>12/28/2025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A71338-8BA2-4C79-A6C5-5A8E30081D0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7652946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B4E757A-3EC2-4683-9080-1A460C37C843}" type="datetime1">
              <a:rPr lang="en-US" smtClean="0"/>
              <a:t>12/28/2025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A71338-8BA2-4C79-A6C5-5A8E30081D0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3818989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815513" y="486834"/>
            <a:ext cx="2957513" cy="7749117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942976" y="486834"/>
            <a:ext cx="8701088" cy="7749117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C8096C-64ED-4153-A483-5C02E44AD5C3}" type="datetime1">
              <a:rPr lang="en-US" smtClean="0"/>
              <a:t>12/28/2025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A71338-8BA2-4C79-A6C5-5A8E30081D0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3576838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942975" y="486836"/>
            <a:ext cx="11830050" cy="176741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42975" y="2434167"/>
            <a:ext cx="11830050" cy="580178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942975" y="8475136"/>
            <a:ext cx="3086100" cy="48683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6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93BAB95-8DA7-460B-B00A-7037C8394FB0}" type="datetime1">
              <a:rPr lang="en-US" smtClean="0"/>
              <a:pPr/>
              <a:t>12/28/2025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543425" y="8475136"/>
            <a:ext cx="4629150" cy="48683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6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r>
              <a:rPr lang="en-US"/>
              <a:t>Sample Footer Text</a:t>
            </a:r>
            <a:endParaRPr lang="en-US" dirty="0">
              <a:solidFill>
                <a:srgbClr val="FFFFFF"/>
              </a:solidFill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9686925" y="8475136"/>
            <a:ext cx="3086100" cy="48683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6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1A71338-8BA2-4C79-A6C5-5A8E30081D0C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7278744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93" r:id="rId1"/>
    <p:sldLayoutId id="2147483794" r:id="rId2"/>
    <p:sldLayoutId id="2147483795" r:id="rId3"/>
    <p:sldLayoutId id="2147483796" r:id="rId4"/>
    <p:sldLayoutId id="2147483797" r:id="rId5"/>
    <p:sldLayoutId id="2147483798" r:id="rId6"/>
    <p:sldLayoutId id="2147483799" r:id="rId7"/>
    <p:sldLayoutId id="2147483800" r:id="rId8"/>
    <p:sldLayoutId id="2147483801" r:id="rId9"/>
    <p:sldLayoutId id="2147483802" r:id="rId10"/>
    <p:sldLayoutId id="2147483803" r:id="rId11"/>
  </p:sldLayoutIdLst>
  <p:hf sldNum="0" hdr="0" ftr="0" dt="0"/>
  <p:txStyles>
    <p:titleStyle>
      <a:lvl1pPr algn="l" defTabSz="1219170" rtl="0" eaLnBrk="1" latinLnBrk="0" hangingPunct="1">
        <a:lnSpc>
          <a:spcPct val="90000"/>
        </a:lnSpc>
        <a:spcBef>
          <a:spcPct val="0"/>
        </a:spcBef>
        <a:buNone/>
        <a:defRPr sz="5867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04792" indent="-304792" algn="l" defTabSz="1219170" rtl="0" eaLnBrk="1" latinLnBrk="0" hangingPunct="1">
        <a:lnSpc>
          <a:spcPct val="90000"/>
        </a:lnSpc>
        <a:spcBef>
          <a:spcPts val="1333"/>
        </a:spcBef>
        <a:buFont typeface="Arial" panose="020B0604020202020204" pitchFamily="34" charset="0"/>
        <a:buChar char="•"/>
        <a:defRPr sz="3733" kern="1200">
          <a:solidFill>
            <a:schemeClr val="tx1"/>
          </a:solidFill>
          <a:latin typeface="+mn-lt"/>
          <a:ea typeface="+mn-ea"/>
          <a:cs typeface="+mn-cs"/>
        </a:defRPr>
      </a:lvl1pPr>
      <a:lvl2pPr marL="914377" indent="-304792" algn="l" defTabSz="1219170" rtl="0" eaLnBrk="1" latinLnBrk="0" hangingPunct="1">
        <a:lnSpc>
          <a:spcPct val="90000"/>
        </a:lnSpc>
        <a:spcBef>
          <a:spcPts val="667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2pPr>
      <a:lvl3pPr marL="1523962" indent="-304792" algn="l" defTabSz="1219170" rtl="0" eaLnBrk="1" latinLnBrk="0" hangingPunct="1">
        <a:lnSpc>
          <a:spcPct val="90000"/>
        </a:lnSpc>
        <a:spcBef>
          <a:spcPts val="667"/>
        </a:spcBef>
        <a:buFont typeface="Arial" panose="020B0604020202020204" pitchFamily="34" charset="0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3pPr>
      <a:lvl4pPr marL="2133547" indent="-304792" algn="l" defTabSz="1219170" rtl="0" eaLnBrk="1" latinLnBrk="0" hangingPunct="1">
        <a:lnSpc>
          <a:spcPct val="90000"/>
        </a:lnSpc>
        <a:spcBef>
          <a:spcPts val="667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4pPr>
      <a:lvl5pPr marL="2743131" indent="-304792" algn="l" defTabSz="1219170" rtl="0" eaLnBrk="1" latinLnBrk="0" hangingPunct="1">
        <a:lnSpc>
          <a:spcPct val="90000"/>
        </a:lnSpc>
        <a:spcBef>
          <a:spcPts val="667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5pPr>
      <a:lvl6pPr marL="3352716" indent="-304792" algn="l" defTabSz="1219170" rtl="0" eaLnBrk="1" latinLnBrk="0" hangingPunct="1">
        <a:lnSpc>
          <a:spcPct val="90000"/>
        </a:lnSpc>
        <a:spcBef>
          <a:spcPts val="667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6pPr>
      <a:lvl7pPr marL="3962301" indent="-304792" algn="l" defTabSz="1219170" rtl="0" eaLnBrk="1" latinLnBrk="0" hangingPunct="1">
        <a:lnSpc>
          <a:spcPct val="90000"/>
        </a:lnSpc>
        <a:spcBef>
          <a:spcPts val="667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7pPr>
      <a:lvl8pPr marL="4571886" indent="-304792" algn="l" defTabSz="1219170" rtl="0" eaLnBrk="1" latinLnBrk="0" hangingPunct="1">
        <a:lnSpc>
          <a:spcPct val="90000"/>
        </a:lnSpc>
        <a:spcBef>
          <a:spcPts val="667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8pPr>
      <a:lvl9pPr marL="5181470" indent="-304792" algn="l" defTabSz="1219170" rtl="0" eaLnBrk="1" latinLnBrk="0" hangingPunct="1">
        <a:lnSpc>
          <a:spcPct val="90000"/>
        </a:lnSpc>
        <a:spcBef>
          <a:spcPts val="667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09585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219170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828754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4pPr>
      <a:lvl5pPr marL="2438339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5pPr>
      <a:lvl6pPr marL="3047924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6pPr>
      <a:lvl7pPr marL="3657509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7pPr>
      <a:lvl8pPr marL="4267093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8pPr>
      <a:lvl9pPr marL="4876678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100000">
              <a:srgbClr val="05B8FF">
                <a:alpha val="10000"/>
              </a:srgbClr>
            </a:gs>
            <a:gs pos="0">
              <a:schemeClr val="bg1"/>
            </a:gs>
          </a:gsLst>
          <a:lin ang="54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31430A74-7FF5-312E-5D3D-FEEB066598D4}"/>
              </a:ext>
            </a:extLst>
          </p:cNvPr>
          <p:cNvSpPr/>
          <p:nvPr/>
        </p:nvSpPr>
        <p:spPr>
          <a:xfrm>
            <a:off x="457200" y="0"/>
            <a:ext cx="1828800" cy="914400"/>
          </a:xfrm>
          <a:prstGeom prst="roundRect">
            <a:avLst/>
          </a:prstGeom>
          <a:solidFill>
            <a:srgbClr val="05B8FF">
              <a:alpha val="3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30">
              <a:noFill/>
            </a:endParaRPr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8C08B2D4-B715-71C0-7891-8FBBA4E9FD92}"/>
              </a:ext>
            </a:extLst>
          </p:cNvPr>
          <p:cNvSpPr/>
          <p:nvPr/>
        </p:nvSpPr>
        <p:spPr>
          <a:xfrm>
            <a:off x="8229600" y="2651760"/>
            <a:ext cx="5029200" cy="6035040"/>
          </a:xfrm>
          <a:prstGeom prst="roundRect">
            <a:avLst>
              <a:gd name="adj" fmla="val 4727"/>
            </a:avLst>
          </a:prstGeom>
          <a:solidFill>
            <a:srgbClr val="05B8FF">
              <a:alpha val="30000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26" name="Group 25">
            <a:extLst>
              <a:ext uri="{FF2B5EF4-FFF2-40B4-BE49-F238E27FC236}">
                <a16:creationId xmlns:a16="http://schemas.microsoft.com/office/drawing/2014/main" id="{59DE0205-A1E8-D9C5-DC06-A1894E789E7F}"/>
              </a:ext>
            </a:extLst>
          </p:cNvPr>
          <p:cNvGrpSpPr/>
          <p:nvPr/>
        </p:nvGrpSpPr>
        <p:grpSpPr>
          <a:xfrm>
            <a:off x="8463837" y="3195287"/>
            <a:ext cx="955548" cy="804672"/>
            <a:chOff x="2881952" y="4324839"/>
            <a:chExt cx="955548" cy="804672"/>
          </a:xfrm>
        </p:grpSpPr>
        <p:sp>
          <p:nvSpPr>
            <p:cNvPr id="19" name="Oval 18">
              <a:extLst>
                <a:ext uri="{FF2B5EF4-FFF2-40B4-BE49-F238E27FC236}">
                  <a16:creationId xmlns:a16="http://schemas.microsoft.com/office/drawing/2014/main" id="{BA40223C-88F0-1AB3-700D-F21924D9A045}"/>
                </a:ext>
              </a:extLst>
            </p:cNvPr>
            <p:cNvSpPr/>
            <p:nvPr/>
          </p:nvSpPr>
          <p:spPr>
            <a:xfrm>
              <a:off x="2881952" y="4324839"/>
              <a:ext cx="804672" cy="804672"/>
            </a:xfrm>
            <a:prstGeom prst="ellipse">
              <a:avLst/>
            </a:prstGeom>
            <a:solidFill>
              <a:srgbClr val="FFC905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1" name="Oval 20">
              <a:extLst>
                <a:ext uri="{FF2B5EF4-FFF2-40B4-BE49-F238E27FC236}">
                  <a16:creationId xmlns:a16="http://schemas.microsoft.com/office/drawing/2014/main" id="{3CFD3123-4B8D-9CC2-43E1-C9CB8B2E4E55}"/>
                </a:ext>
              </a:extLst>
            </p:cNvPr>
            <p:cNvSpPr/>
            <p:nvPr/>
          </p:nvSpPr>
          <p:spPr>
            <a:xfrm>
              <a:off x="3535748" y="4324839"/>
              <a:ext cx="301752" cy="301752"/>
            </a:xfrm>
            <a:prstGeom prst="ellipse">
              <a:avLst/>
            </a:prstGeom>
            <a:solidFill>
              <a:srgbClr val="FFC905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400" b="1" dirty="0">
                  <a:solidFill>
                    <a:schemeClr val="tx1"/>
                  </a:solidFill>
                </a:rPr>
                <a:t>1</a:t>
              </a:r>
            </a:p>
          </p:txBody>
        </p:sp>
        <p:sp>
          <p:nvSpPr>
            <p:cNvPr id="17" name="Oval 16">
              <a:extLst>
                <a:ext uri="{FF2B5EF4-FFF2-40B4-BE49-F238E27FC236}">
                  <a16:creationId xmlns:a16="http://schemas.microsoft.com/office/drawing/2014/main" id="{3A2DEDFC-6540-841B-5DC5-723266FEBFF9}"/>
                </a:ext>
              </a:extLst>
            </p:cNvPr>
            <p:cNvSpPr/>
            <p:nvPr/>
          </p:nvSpPr>
          <p:spPr>
            <a:xfrm>
              <a:off x="2982536" y="4425423"/>
              <a:ext cx="603504" cy="603504"/>
            </a:xfrm>
            <a:prstGeom prst="ellipse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28" name="Group 27">
            <a:extLst>
              <a:ext uri="{FF2B5EF4-FFF2-40B4-BE49-F238E27FC236}">
                <a16:creationId xmlns:a16="http://schemas.microsoft.com/office/drawing/2014/main" id="{B4EAB0EA-9C7F-8705-E988-F40A0C47150E}"/>
              </a:ext>
            </a:extLst>
          </p:cNvPr>
          <p:cNvGrpSpPr/>
          <p:nvPr/>
        </p:nvGrpSpPr>
        <p:grpSpPr>
          <a:xfrm>
            <a:off x="8463837" y="4330937"/>
            <a:ext cx="955548" cy="804672"/>
            <a:chOff x="2881952" y="4324839"/>
            <a:chExt cx="955548" cy="804672"/>
          </a:xfrm>
        </p:grpSpPr>
        <p:sp>
          <p:nvSpPr>
            <p:cNvPr id="62" name="Oval 61">
              <a:extLst>
                <a:ext uri="{FF2B5EF4-FFF2-40B4-BE49-F238E27FC236}">
                  <a16:creationId xmlns:a16="http://schemas.microsoft.com/office/drawing/2014/main" id="{AB246173-7484-5F6A-FC78-75E2892FB14F}"/>
                </a:ext>
              </a:extLst>
            </p:cNvPr>
            <p:cNvSpPr/>
            <p:nvPr/>
          </p:nvSpPr>
          <p:spPr>
            <a:xfrm>
              <a:off x="2881952" y="4324839"/>
              <a:ext cx="804672" cy="804672"/>
            </a:xfrm>
            <a:prstGeom prst="ellips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3" name="Oval 62">
              <a:extLst>
                <a:ext uri="{FF2B5EF4-FFF2-40B4-BE49-F238E27FC236}">
                  <a16:creationId xmlns:a16="http://schemas.microsoft.com/office/drawing/2014/main" id="{1F4877E5-830E-D429-C30C-6F81B50C6A5F}"/>
                </a:ext>
              </a:extLst>
            </p:cNvPr>
            <p:cNvSpPr/>
            <p:nvPr/>
          </p:nvSpPr>
          <p:spPr>
            <a:xfrm>
              <a:off x="3535748" y="4324839"/>
              <a:ext cx="301752" cy="301752"/>
            </a:xfrm>
            <a:prstGeom prst="ellips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400" b="1" dirty="0">
                  <a:solidFill>
                    <a:schemeClr val="tx1"/>
                  </a:solidFill>
                </a:rPr>
                <a:t>2</a:t>
              </a:r>
            </a:p>
          </p:txBody>
        </p:sp>
        <p:sp>
          <p:nvSpPr>
            <p:cNvPr id="64" name="Oval 63">
              <a:extLst>
                <a:ext uri="{FF2B5EF4-FFF2-40B4-BE49-F238E27FC236}">
                  <a16:creationId xmlns:a16="http://schemas.microsoft.com/office/drawing/2014/main" id="{611CDF77-00D6-CC95-0F45-D80994E03A18}"/>
                </a:ext>
              </a:extLst>
            </p:cNvPr>
            <p:cNvSpPr/>
            <p:nvPr/>
          </p:nvSpPr>
          <p:spPr>
            <a:xfrm>
              <a:off x="2982536" y="4425423"/>
              <a:ext cx="603504" cy="603504"/>
            </a:xfrm>
            <a:prstGeom prst="ellipse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65" name="Group 64">
            <a:extLst>
              <a:ext uri="{FF2B5EF4-FFF2-40B4-BE49-F238E27FC236}">
                <a16:creationId xmlns:a16="http://schemas.microsoft.com/office/drawing/2014/main" id="{414FAAA0-10DB-3D4B-E51F-1FEDB82BA546}"/>
              </a:ext>
            </a:extLst>
          </p:cNvPr>
          <p:cNvGrpSpPr/>
          <p:nvPr/>
        </p:nvGrpSpPr>
        <p:grpSpPr>
          <a:xfrm>
            <a:off x="8463837" y="5466587"/>
            <a:ext cx="955548" cy="804672"/>
            <a:chOff x="2881952" y="4324839"/>
            <a:chExt cx="955548" cy="804672"/>
          </a:xfrm>
        </p:grpSpPr>
        <p:sp>
          <p:nvSpPr>
            <p:cNvPr id="66" name="Oval 65">
              <a:extLst>
                <a:ext uri="{FF2B5EF4-FFF2-40B4-BE49-F238E27FC236}">
                  <a16:creationId xmlns:a16="http://schemas.microsoft.com/office/drawing/2014/main" id="{03CEC667-6944-1BAF-33CB-F6D8AB37B681}"/>
                </a:ext>
              </a:extLst>
            </p:cNvPr>
            <p:cNvSpPr/>
            <p:nvPr/>
          </p:nvSpPr>
          <p:spPr>
            <a:xfrm>
              <a:off x="2881952" y="4324839"/>
              <a:ext cx="804672" cy="804672"/>
            </a:xfrm>
            <a:prstGeom prst="ellipse">
              <a:avLst/>
            </a:prstGeom>
            <a:solidFill>
              <a:srgbClr val="E3636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7" name="Oval 66">
              <a:extLst>
                <a:ext uri="{FF2B5EF4-FFF2-40B4-BE49-F238E27FC236}">
                  <a16:creationId xmlns:a16="http://schemas.microsoft.com/office/drawing/2014/main" id="{EBB02087-8103-AC09-E75C-D7A2EEC80B4C}"/>
                </a:ext>
              </a:extLst>
            </p:cNvPr>
            <p:cNvSpPr/>
            <p:nvPr/>
          </p:nvSpPr>
          <p:spPr>
            <a:xfrm>
              <a:off x="3535748" y="4324839"/>
              <a:ext cx="301752" cy="301752"/>
            </a:xfrm>
            <a:prstGeom prst="ellipse">
              <a:avLst/>
            </a:prstGeom>
            <a:solidFill>
              <a:srgbClr val="E3636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400" b="1" dirty="0">
                  <a:solidFill>
                    <a:schemeClr val="tx1"/>
                  </a:solidFill>
                </a:rPr>
                <a:t>3</a:t>
              </a:r>
            </a:p>
          </p:txBody>
        </p:sp>
        <p:sp>
          <p:nvSpPr>
            <p:cNvPr id="68" name="Oval 67">
              <a:extLst>
                <a:ext uri="{FF2B5EF4-FFF2-40B4-BE49-F238E27FC236}">
                  <a16:creationId xmlns:a16="http://schemas.microsoft.com/office/drawing/2014/main" id="{8A6EB0CF-31FD-8DF8-68F0-89999DFDF5CD}"/>
                </a:ext>
              </a:extLst>
            </p:cNvPr>
            <p:cNvSpPr/>
            <p:nvPr/>
          </p:nvSpPr>
          <p:spPr>
            <a:xfrm>
              <a:off x="2982536" y="4425423"/>
              <a:ext cx="603504" cy="603504"/>
            </a:xfrm>
            <a:prstGeom prst="ellipse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72" name="Oval 71">
            <a:extLst>
              <a:ext uri="{FF2B5EF4-FFF2-40B4-BE49-F238E27FC236}">
                <a16:creationId xmlns:a16="http://schemas.microsoft.com/office/drawing/2014/main" id="{9A9D815F-A5D0-8CC4-1CB5-F2F84C0DE010}"/>
              </a:ext>
            </a:extLst>
          </p:cNvPr>
          <p:cNvSpPr>
            <a:spLocks/>
          </p:cNvSpPr>
          <p:nvPr/>
        </p:nvSpPr>
        <p:spPr>
          <a:xfrm>
            <a:off x="8639859" y="6602237"/>
            <a:ext cx="603504" cy="603504"/>
          </a:xfrm>
          <a:prstGeom prst="ellipse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6" name="Oval 75">
            <a:extLst>
              <a:ext uri="{FF2B5EF4-FFF2-40B4-BE49-F238E27FC236}">
                <a16:creationId xmlns:a16="http://schemas.microsoft.com/office/drawing/2014/main" id="{9575DDF5-FC59-6D90-2FD7-EEC6B165F4F9}"/>
              </a:ext>
            </a:extLst>
          </p:cNvPr>
          <p:cNvSpPr/>
          <p:nvPr/>
        </p:nvSpPr>
        <p:spPr>
          <a:xfrm>
            <a:off x="8639859" y="7536721"/>
            <a:ext cx="603504" cy="603504"/>
          </a:xfrm>
          <a:prstGeom prst="ellipse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995297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CE36F0A6-51B5-EF9A-4B26-459E88BC981B}"/>
              </a:ext>
            </a:extLst>
          </p:cNvPr>
          <p:cNvSpPr/>
          <p:nvPr/>
        </p:nvSpPr>
        <p:spPr>
          <a:xfrm>
            <a:off x="0" y="0"/>
            <a:ext cx="13716000" cy="9144000"/>
          </a:xfrm>
          <a:prstGeom prst="rect">
            <a:avLst/>
          </a:prstGeom>
          <a:solidFill>
            <a:srgbClr val="ECEAF7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D5E83209-DC62-B6FB-5834-E8D592C370CF}"/>
              </a:ext>
            </a:extLst>
          </p:cNvPr>
          <p:cNvSpPr/>
          <p:nvPr/>
        </p:nvSpPr>
        <p:spPr>
          <a:xfrm>
            <a:off x="0" y="0"/>
            <a:ext cx="13716000" cy="6858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DAC39EE8-1658-6F0D-AA9C-A926CD1A0079}"/>
              </a:ext>
            </a:extLst>
          </p:cNvPr>
          <p:cNvSpPr/>
          <p:nvPr/>
        </p:nvSpPr>
        <p:spPr>
          <a:xfrm>
            <a:off x="0" y="0"/>
            <a:ext cx="1920240" cy="9144000"/>
          </a:xfrm>
          <a:prstGeom prst="rect">
            <a:avLst/>
          </a:prstGeom>
          <a:gradFill>
            <a:gsLst>
              <a:gs pos="74845">
                <a:srgbClr val="9B73FF"/>
              </a:gs>
              <a:gs pos="54000">
                <a:srgbClr val="4C05FF"/>
              </a:gs>
              <a:gs pos="100000">
                <a:schemeClr val="bg1"/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D5F3C42B-EF6B-EA4C-850F-E567F95C3888}"/>
              </a:ext>
            </a:extLst>
          </p:cNvPr>
          <p:cNvSpPr/>
          <p:nvPr/>
        </p:nvSpPr>
        <p:spPr>
          <a:xfrm>
            <a:off x="2377440" y="942702"/>
            <a:ext cx="2551176" cy="1600200"/>
          </a:xfrm>
          <a:prstGeom prst="roundRect">
            <a:avLst>
              <a:gd name="adj" fmla="val 6362"/>
            </a:avLst>
          </a:prstGeom>
          <a:solidFill>
            <a:schemeClr val="bg1"/>
          </a:solidFill>
          <a:ln>
            <a:noFill/>
          </a:ln>
          <a:effectLst>
            <a:outerShdw blurRad="190500" dist="38100" dir="5400000" algn="t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7" name="Rectangle: Rounded Corners 16">
            <a:extLst>
              <a:ext uri="{FF2B5EF4-FFF2-40B4-BE49-F238E27FC236}">
                <a16:creationId xmlns:a16="http://schemas.microsoft.com/office/drawing/2014/main" id="{2AA8D939-A5CC-234E-32E5-3527FE82E280}"/>
              </a:ext>
            </a:extLst>
          </p:cNvPr>
          <p:cNvSpPr/>
          <p:nvPr/>
        </p:nvSpPr>
        <p:spPr>
          <a:xfrm>
            <a:off x="5154168" y="942702"/>
            <a:ext cx="2551176" cy="1600200"/>
          </a:xfrm>
          <a:prstGeom prst="roundRect">
            <a:avLst>
              <a:gd name="adj" fmla="val 6362"/>
            </a:avLst>
          </a:prstGeom>
          <a:solidFill>
            <a:schemeClr val="bg1"/>
          </a:solidFill>
          <a:ln>
            <a:noFill/>
          </a:ln>
          <a:effectLst>
            <a:outerShdw blurRad="190500" dist="38100" dir="5400000" algn="t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8" name="Rectangle: Rounded Corners 17">
            <a:extLst>
              <a:ext uri="{FF2B5EF4-FFF2-40B4-BE49-F238E27FC236}">
                <a16:creationId xmlns:a16="http://schemas.microsoft.com/office/drawing/2014/main" id="{A44D49B4-63A2-2A10-8A94-FD359FE00E43}"/>
              </a:ext>
            </a:extLst>
          </p:cNvPr>
          <p:cNvSpPr/>
          <p:nvPr/>
        </p:nvSpPr>
        <p:spPr>
          <a:xfrm>
            <a:off x="7930896" y="942702"/>
            <a:ext cx="2551176" cy="1600200"/>
          </a:xfrm>
          <a:prstGeom prst="roundRect">
            <a:avLst>
              <a:gd name="adj" fmla="val 6362"/>
            </a:avLst>
          </a:prstGeom>
          <a:solidFill>
            <a:schemeClr val="bg1"/>
          </a:solidFill>
          <a:ln>
            <a:noFill/>
          </a:ln>
          <a:effectLst>
            <a:outerShdw blurRad="190500" dist="38100" dir="5400000" algn="t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9" name="Rectangle: Rounded Corners 18">
            <a:extLst>
              <a:ext uri="{FF2B5EF4-FFF2-40B4-BE49-F238E27FC236}">
                <a16:creationId xmlns:a16="http://schemas.microsoft.com/office/drawing/2014/main" id="{9CE7F832-AC53-EB58-BF19-E8B89D29CE77}"/>
              </a:ext>
            </a:extLst>
          </p:cNvPr>
          <p:cNvSpPr/>
          <p:nvPr/>
        </p:nvSpPr>
        <p:spPr>
          <a:xfrm>
            <a:off x="10707624" y="942702"/>
            <a:ext cx="2551176" cy="1600200"/>
          </a:xfrm>
          <a:prstGeom prst="roundRect">
            <a:avLst>
              <a:gd name="adj" fmla="val 6362"/>
            </a:avLst>
          </a:prstGeom>
          <a:solidFill>
            <a:schemeClr val="bg1"/>
          </a:solidFill>
          <a:ln>
            <a:noFill/>
          </a:ln>
          <a:effectLst>
            <a:outerShdw blurRad="190500" dist="38100" dir="5400000" algn="t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1" name="Rectangle: Rounded Corners 20">
            <a:extLst>
              <a:ext uri="{FF2B5EF4-FFF2-40B4-BE49-F238E27FC236}">
                <a16:creationId xmlns:a16="http://schemas.microsoft.com/office/drawing/2014/main" id="{4D0B78BB-6C10-95CA-3935-16CB72110E7C}"/>
              </a:ext>
            </a:extLst>
          </p:cNvPr>
          <p:cNvSpPr/>
          <p:nvPr/>
        </p:nvSpPr>
        <p:spPr>
          <a:xfrm>
            <a:off x="2377440" y="2771501"/>
            <a:ext cx="6618732" cy="2971800"/>
          </a:xfrm>
          <a:prstGeom prst="roundRect">
            <a:avLst>
              <a:gd name="adj" fmla="val 6362"/>
            </a:avLst>
          </a:prstGeom>
          <a:solidFill>
            <a:schemeClr val="bg1"/>
          </a:solidFill>
          <a:ln>
            <a:noFill/>
          </a:ln>
          <a:effectLst>
            <a:outerShdw blurRad="190500" dist="38100" dir="5400000" algn="t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11044C76-A2BA-C664-EE44-BB825D1DE81E}"/>
              </a:ext>
            </a:extLst>
          </p:cNvPr>
          <p:cNvSpPr/>
          <p:nvPr/>
        </p:nvSpPr>
        <p:spPr>
          <a:xfrm>
            <a:off x="9224772" y="2771501"/>
            <a:ext cx="4034028" cy="2971800"/>
          </a:xfrm>
          <a:prstGeom prst="roundRect">
            <a:avLst>
              <a:gd name="adj" fmla="val 6362"/>
            </a:avLst>
          </a:prstGeom>
          <a:solidFill>
            <a:schemeClr val="bg1"/>
          </a:solidFill>
          <a:ln>
            <a:noFill/>
          </a:ln>
          <a:effectLst>
            <a:outerShdw blurRad="190500" dist="38100" dir="5400000" algn="t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9" name="Rectangle: Rounded Corners 28">
            <a:extLst>
              <a:ext uri="{FF2B5EF4-FFF2-40B4-BE49-F238E27FC236}">
                <a16:creationId xmlns:a16="http://schemas.microsoft.com/office/drawing/2014/main" id="{AFCD7A3B-524E-8B41-B3FF-1676DB7821F0}"/>
              </a:ext>
            </a:extLst>
          </p:cNvPr>
          <p:cNvSpPr/>
          <p:nvPr/>
        </p:nvSpPr>
        <p:spPr>
          <a:xfrm>
            <a:off x="6640068" y="5971900"/>
            <a:ext cx="6618732" cy="2971800"/>
          </a:xfrm>
          <a:prstGeom prst="roundRect">
            <a:avLst>
              <a:gd name="adj" fmla="val 6362"/>
            </a:avLst>
          </a:prstGeom>
          <a:solidFill>
            <a:schemeClr val="bg1"/>
          </a:solidFill>
          <a:ln>
            <a:noFill/>
          </a:ln>
          <a:effectLst>
            <a:outerShdw blurRad="190500" dist="38100" dir="5400000" algn="t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0" name="Rectangle: Rounded Corners 29">
            <a:extLst>
              <a:ext uri="{FF2B5EF4-FFF2-40B4-BE49-F238E27FC236}">
                <a16:creationId xmlns:a16="http://schemas.microsoft.com/office/drawing/2014/main" id="{64E1A75F-9F0C-0F5F-9F19-1A73C2237C37}"/>
              </a:ext>
            </a:extLst>
          </p:cNvPr>
          <p:cNvSpPr/>
          <p:nvPr/>
        </p:nvSpPr>
        <p:spPr>
          <a:xfrm>
            <a:off x="2377440" y="5971900"/>
            <a:ext cx="4034028" cy="2971800"/>
          </a:xfrm>
          <a:prstGeom prst="roundRect">
            <a:avLst>
              <a:gd name="adj" fmla="val 6362"/>
            </a:avLst>
          </a:prstGeom>
          <a:solidFill>
            <a:schemeClr val="bg1"/>
          </a:solidFill>
          <a:ln>
            <a:noFill/>
          </a:ln>
          <a:effectLst>
            <a:outerShdw blurRad="190500" dist="38100" dir="5400000" algn="t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7206851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6491797-68D4-94FC-1EAB-5054F79E2D4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B8FAB81B-BC67-F400-EA0C-0E9BDFED46D7}"/>
              </a:ext>
            </a:extLst>
          </p:cNvPr>
          <p:cNvSpPr/>
          <p:nvPr/>
        </p:nvSpPr>
        <p:spPr>
          <a:xfrm>
            <a:off x="0" y="0"/>
            <a:ext cx="13716000" cy="9144000"/>
          </a:xfrm>
          <a:prstGeom prst="rect">
            <a:avLst/>
          </a:prstGeom>
          <a:solidFill>
            <a:srgbClr val="ECEAF7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306D6931-2168-28CD-A2DD-1008CFB79583}"/>
              </a:ext>
            </a:extLst>
          </p:cNvPr>
          <p:cNvSpPr/>
          <p:nvPr/>
        </p:nvSpPr>
        <p:spPr>
          <a:xfrm>
            <a:off x="0" y="1"/>
            <a:ext cx="13716000" cy="6858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847118D9-6A3C-31F3-FE4C-8FBFCCA79D42}"/>
              </a:ext>
            </a:extLst>
          </p:cNvPr>
          <p:cNvSpPr/>
          <p:nvPr/>
        </p:nvSpPr>
        <p:spPr>
          <a:xfrm>
            <a:off x="0" y="0"/>
            <a:ext cx="1920240" cy="9144000"/>
          </a:xfrm>
          <a:prstGeom prst="rect">
            <a:avLst/>
          </a:prstGeom>
          <a:gradFill>
            <a:gsLst>
              <a:gs pos="74845">
                <a:srgbClr val="9B73FF"/>
              </a:gs>
              <a:gs pos="54000">
                <a:srgbClr val="4C05FF"/>
              </a:gs>
              <a:gs pos="100000">
                <a:schemeClr val="bg1"/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F6E0BDE0-15E6-13BF-A75B-361D53763237}"/>
              </a:ext>
            </a:extLst>
          </p:cNvPr>
          <p:cNvSpPr/>
          <p:nvPr/>
        </p:nvSpPr>
        <p:spPr>
          <a:xfrm>
            <a:off x="2377439" y="1097280"/>
            <a:ext cx="10886385" cy="2971800"/>
          </a:xfrm>
          <a:prstGeom prst="roundRect">
            <a:avLst>
              <a:gd name="adj" fmla="val 6362"/>
            </a:avLst>
          </a:prstGeom>
          <a:gradFill>
            <a:gsLst>
              <a:gs pos="98000">
                <a:srgbClr val="FFC905"/>
              </a:gs>
              <a:gs pos="39000">
                <a:srgbClr val="FFEEB1"/>
              </a:gs>
              <a:gs pos="75000">
                <a:srgbClr val="FFDF6A"/>
              </a:gs>
              <a:gs pos="0">
                <a:schemeClr val="bg1"/>
              </a:gs>
            </a:gsLst>
            <a:lin ang="16200000" scaled="0"/>
          </a:gradFill>
          <a:ln>
            <a:noFill/>
          </a:ln>
          <a:effectLst>
            <a:outerShdw blurRad="190500" dist="38100" dir="5400000" algn="t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26104CD1-E22D-78A2-4546-7380723075CD}"/>
              </a:ext>
            </a:extLst>
          </p:cNvPr>
          <p:cNvSpPr/>
          <p:nvPr/>
        </p:nvSpPr>
        <p:spPr>
          <a:xfrm>
            <a:off x="2374927" y="4526280"/>
            <a:ext cx="3319272" cy="4160520"/>
          </a:xfrm>
          <a:prstGeom prst="roundRect">
            <a:avLst>
              <a:gd name="adj" fmla="val 6362"/>
            </a:avLst>
          </a:prstGeom>
          <a:solidFill>
            <a:schemeClr val="bg1"/>
          </a:solidFill>
          <a:ln>
            <a:noFill/>
          </a:ln>
          <a:effectLst>
            <a:outerShdw blurRad="190500" dist="38100" dir="5400000" algn="t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5" name="Rectangle: Rounded Corners 24">
            <a:extLst>
              <a:ext uri="{FF2B5EF4-FFF2-40B4-BE49-F238E27FC236}">
                <a16:creationId xmlns:a16="http://schemas.microsoft.com/office/drawing/2014/main" id="{A4439735-605A-500E-BD6A-B5C814CCB001}"/>
              </a:ext>
            </a:extLst>
          </p:cNvPr>
          <p:cNvSpPr/>
          <p:nvPr/>
        </p:nvSpPr>
        <p:spPr>
          <a:xfrm>
            <a:off x="6159740" y="4526280"/>
            <a:ext cx="3319272" cy="4160520"/>
          </a:xfrm>
          <a:prstGeom prst="roundRect">
            <a:avLst>
              <a:gd name="adj" fmla="val 6362"/>
            </a:avLst>
          </a:prstGeom>
          <a:solidFill>
            <a:schemeClr val="bg1"/>
          </a:solidFill>
          <a:ln>
            <a:noFill/>
          </a:ln>
          <a:effectLst>
            <a:outerShdw blurRad="190500" dist="38100" dir="5400000" algn="t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6" name="Rectangle: Rounded Corners 25">
            <a:extLst>
              <a:ext uri="{FF2B5EF4-FFF2-40B4-BE49-F238E27FC236}">
                <a16:creationId xmlns:a16="http://schemas.microsoft.com/office/drawing/2014/main" id="{1F84C571-8796-6563-4004-AF05B94F309A}"/>
              </a:ext>
            </a:extLst>
          </p:cNvPr>
          <p:cNvSpPr/>
          <p:nvPr/>
        </p:nvSpPr>
        <p:spPr>
          <a:xfrm>
            <a:off x="9944552" y="4526280"/>
            <a:ext cx="3319272" cy="4160520"/>
          </a:xfrm>
          <a:prstGeom prst="roundRect">
            <a:avLst>
              <a:gd name="adj" fmla="val 6362"/>
            </a:avLst>
          </a:prstGeom>
          <a:solidFill>
            <a:schemeClr val="bg1"/>
          </a:solidFill>
          <a:ln>
            <a:noFill/>
          </a:ln>
          <a:effectLst>
            <a:outerShdw blurRad="190500" dist="38100" dir="5400000" algn="t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1004724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7E076314-8835-CAC9-3878-96110A389E79}"/>
              </a:ext>
            </a:extLst>
          </p:cNvPr>
          <p:cNvSpPr/>
          <p:nvPr/>
        </p:nvSpPr>
        <p:spPr>
          <a:xfrm>
            <a:off x="2377439" y="1097280"/>
            <a:ext cx="2551176" cy="1600200"/>
          </a:xfrm>
          <a:prstGeom prst="roundRect">
            <a:avLst>
              <a:gd name="adj" fmla="val 6362"/>
            </a:avLst>
          </a:prstGeom>
          <a:gradFill>
            <a:gsLst>
              <a:gs pos="98000">
                <a:srgbClr val="FFC905"/>
              </a:gs>
              <a:gs pos="39000">
                <a:srgbClr val="FFEEB1"/>
              </a:gs>
              <a:gs pos="75000">
                <a:srgbClr val="FFDF6A"/>
              </a:gs>
              <a:gs pos="0">
                <a:schemeClr val="bg1"/>
              </a:gs>
            </a:gsLst>
            <a:lin ang="16200000" scaled="0"/>
          </a:gradFill>
          <a:ln>
            <a:noFill/>
          </a:ln>
          <a:effectLst>
            <a:outerShdw blurRad="190500" dist="38100" dir="5400000" algn="t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6173659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145E05-C9C0-95F5-75ED-3662E61F764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413F85B6-3138-FE9B-EF4B-CB58003547CE}"/>
              </a:ext>
            </a:extLst>
          </p:cNvPr>
          <p:cNvSpPr/>
          <p:nvPr/>
        </p:nvSpPr>
        <p:spPr>
          <a:xfrm>
            <a:off x="701387" y="3526708"/>
            <a:ext cx="2057400" cy="2090584"/>
          </a:xfrm>
          <a:prstGeom prst="rect">
            <a:avLst/>
          </a:prstGeom>
          <a:ln>
            <a:noFill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30" dirty="0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4DE49EA6-8AEB-BC5D-8986-6799E1D2B226}"/>
              </a:ext>
            </a:extLst>
          </p:cNvPr>
          <p:cNvSpPr/>
          <p:nvPr/>
        </p:nvSpPr>
        <p:spPr>
          <a:xfrm>
            <a:off x="8930987" y="3526708"/>
            <a:ext cx="2057400" cy="2090584"/>
          </a:xfrm>
          <a:prstGeom prst="rect">
            <a:avLst/>
          </a:prstGeom>
          <a:solidFill>
            <a:srgbClr val="05B8FF"/>
          </a:solidFill>
          <a:ln>
            <a:noFill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30" dirty="0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E3EBC501-9660-190F-9BC8-C72AE8662702}"/>
              </a:ext>
            </a:extLst>
          </p:cNvPr>
          <p:cNvSpPr/>
          <p:nvPr/>
        </p:nvSpPr>
        <p:spPr>
          <a:xfrm>
            <a:off x="2758787" y="3526708"/>
            <a:ext cx="2057400" cy="2090584"/>
          </a:xfrm>
          <a:prstGeom prst="rect">
            <a:avLst/>
          </a:prstGeom>
          <a:solidFill>
            <a:srgbClr val="EFEFFF">
              <a:alpha val="60000"/>
            </a:srgbClr>
          </a:solidFill>
          <a:ln>
            <a:noFill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30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4FA53452-5928-6AA1-41AC-6B70CD57B6A4}"/>
              </a:ext>
            </a:extLst>
          </p:cNvPr>
          <p:cNvSpPr/>
          <p:nvPr/>
        </p:nvSpPr>
        <p:spPr>
          <a:xfrm>
            <a:off x="4816187" y="3526708"/>
            <a:ext cx="2057400" cy="209058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30" dirty="0"/>
              <a:t>2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011A4275-F74B-7723-CD10-1686D9558572}"/>
              </a:ext>
            </a:extLst>
          </p:cNvPr>
          <p:cNvSpPr/>
          <p:nvPr/>
        </p:nvSpPr>
        <p:spPr>
          <a:xfrm>
            <a:off x="6873587" y="3526708"/>
            <a:ext cx="2057400" cy="2090584"/>
          </a:xfrm>
          <a:prstGeom prst="rect">
            <a:avLst/>
          </a:prstGeom>
          <a:solidFill>
            <a:srgbClr val="FFC905"/>
          </a:solidFill>
          <a:ln>
            <a:noFill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30" dirty="0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CB227A26-08DE-97EA-E96F-4BEAEBC510A6}"/>
              </a:ext>
            </a:extLst>
          </p:cNvPr>
          <p:cNvSpPr/>
          <p:nvPr/>
        </p:nvSpPr>
        <p:spPr>
          <a:xfrm>
            <a:off x="10988389" y="3526708"/>
            <a:ext cx="2057400" cy="2090584"/>
          </a:xfrm>
          <a:prstGeom prst="rect">
            <a:avLst/>
          </a:prstGeom>
          <a:solidFill>
            <a:srgbClr val="4C05FF"/>
          </a:solidFill>
          <a:ln>
            <a:noFill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3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1E63CEC8-8B85-9195-B34D-4F0542A53544}"/>
              </a:ext>
            </a:extLst>
          </p:cNvPr>
          <p:cNvSpPr txBox="1"/>
          <p:nvPr/>
        </p:nvSpPr>
        <p:spPr>
          <a:xfrm>
            <a:off x="963920" y="5646671"/>
            <a:ext cx="1532334" cy="5078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700" dirty="0"/>
              <a:t>#000000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A0087BE5-8FD0-BF29-730D-E100105A3621}"/>
              </a:ext>
            </a:extLst>
          </p:cNvPr>
          <p:cNvSpPr txBox="1"/>
          <p:nvPr/>
        </p:nvSpPr>
        <p:spPr>
          <a:xfrm>
            <a:off x="9162929" y="5683840"/>
            <a:ext cx="1693069" cy="5078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700" dirty="0"/>
              <a:t>#05B8FF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550A4373-8D0D-121C-1955-4F5C107A136F}"/>
              </a:ext>
            </a:extLst>
          </p:cNvPr>
          <p:cNvSpPr txBox="1"/>
          <p:nvPr/>
        </p:nvSpPr>
        <p:spPr>
          <a:xfrm>
            <a:off x="3040505" y="5646671"/>
            <a:ext cx="1693069" cy="5078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700" dirty="0"/>
              <a:t>#F5F5FF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CADDF5C6-4B50-CCA6-D965-53AC4D013C07}"/>
              </a:ext>
            </a:extLst>
          </p:cNvPr>
          <p:cNvSpPr txBox="1"/>
          <p:nvPr/>
        </p:nvSpPr>
        <p:spPr>
          <a:xfrm>
            <a:off x="5097905" y="5683840"/>
            <a:ext cx="1693069" cy="5078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700" dirty="0"/>
              <a:t>#FFFFFF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F044AD38-CEF6-9A67-9CFC-3C57563700BD}"/>
              </a:ext>
            </a:extLst>
          </p:cNvPr>
          <p:cNvSpPr txBox="1"/>
          <p:nvPr/>
        </p:nvSpPr>
        <p:spPr>
          <a:xfrm>
            <a:off x="7155305" y="5683840"/>
            <a:ext cx="1693069" cy="5078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700" dirty="0"/>
              <a:t>#FFC905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29E90FC1-F004-0377-B99A-6F5CF29139FF}"/>
              </a:ext>
            </a:extLst>
          </p:cNvPr>
          <p:cNvSpPr txBox="1"/>
          <p:nvPr/>
        </p:nvSpPr>
        <p:spPr>
          <a:xfrm>
            <a:off x="11170555" y="5683840"/>
            <a:ext cx="1693069" cy="5078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700" dirty="0"/>
              <a:t>#4C05FF</a:t>
            </a:r>
          </a:p>
        </p:txBody>
      </p:sp>
    </p:spTree>
    <p:extLst>
      <p:ext uri="{BB962C8B-B14F-4D97-AF65-F5344CB8AC3E}">
        <p14:creationId xmlns:p14="http://schemas.microsoft.com/office/powerpoint/2010/main" val="292799048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Blue">
      <a:dk1>
        <a:sysClr val="windowText" lastClr="000000"/>
      </a:dk1>
      <a:lt1>
        <a:sysClr val="window" lastClr="FFFFFF"/>
      </a:lt1>
      <a:dk2>
        <a:srgbClr val="17406D"/>
      </a:dk2>
      <a:lt2>
        <a:srgbClr val="DBEFF9"/>
      </a:lt2>
      <a:accent1>
        <a:srgbClr val="0F6FC6"/>
      </a:accent1>
      <a:accent2>
        <a:srgbClr val="009DD9"/>
      </a:accent2>
      <a:accent3>
        <a:srgbClr val="0BD0D9"/>
      </a:accent3>
      <a:accent4>
        <a:srgbClr val="10CF9B"/>
      </a:accent4>
      <a:accent5>
        <a:srgbClr val="7CCA62"/>
      </a:accent5>
      <a:accent6>
        <a:srgbClr val="A5C249"/>
      </a:accent6>
      <a:hlink>
        <a:srgbClr val="F49100"/>
      </a:hlink>
      <a:folHlink>
        <a:srgbClr val="85DFD0"/>
      </a:folHlink>
    </a:clrScheme>
    <a:fontScheme name="Office Them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375</TotalTime>
  <Words>16</Words>
  <Application>Microsoft Office PowerPoint</Application>
  <PresentationFormat>Custom</PresentationFormat>
  <Paragraphs>10</Paragraphs>
  <Slides>5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9" baseType="lpstr">
      <vt:lpstr>Aptos</vt:lpstr>
      <vt:lpstr>Aptos Display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Thi-Diem-My Le</dc:creator>
  <cp:lastModifiedBy>Thi-Diem-My Le</cp:lastModifiedBy>
  <cp:revision>10</cp:revision>
  <dcterms:created xsi:type="dcterms:W3CDTF">2025-12-27T13:10:37Z</dcterms:created>
  <dcterms:modified xsi:type="dcterms:W3CDTF">2025-12-28T07:16:53Z</dcterms:modified>
</cp:coreProperties>
</file>