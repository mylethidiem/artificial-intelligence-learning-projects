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57" r:id="rId3"/>
  </p:sldIdLst>
  <p:sldSz cx="1371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3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B8FF"/>
    <a:srgbClr val="E36363"/>
    <a:srgbClr val="FFC9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76" autoAdjust="0"/>
    <p:restoredTop sz="94660"/>
  </p:normalViewPr>
  <p:slideViewPr>
    <p:cSldViewPr snapToGrid="0">
      <p:cViewPr varScale="1">
        <p:scale>
          <a:sx n="56" d="100"/>
          <a:sy n="56" d="100"/>
        </p:scale>
        <p:origin x="1555" y="53"/>
      </p:cViewPr>
      <p:guideLst>
        <p:guide orient="horz" pos="2880"/>
        <p:guide pos="43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496484"/>
            <a:ext cx="116586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4802717"/>
            <a:ext cx="10287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98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08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2279653"/>
            <a:ext cx="1183005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6119286"/>
            <a:ext cx="1183005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12/27/2025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145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364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486836"/>
            <a:ext cx="1183005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2241551"/>
            <a:ext cx="5802510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3340100"/>
            <a:ext cx="580251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6" y="2241551"/>
            <a:ext cx="58310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6" y="3340100"/>
            <a:ext cx="58310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753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662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374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7" y="1316569"/>
            <a:ext cx="6943725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000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7" y="1316569"/>
            <a:ext cx="6943725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529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189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486834"/>
            <a:ext cx="2957513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486834"/>
            <a:ext cx="8701088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096C-64ED-4153-A483-5C02E44AD5C3}" type="datetime1">
              <a:rPr lang="en-US" smtClean="0"/>
              <a:t>12/27/2025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768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486836"/>
            <a:ext cx="1183005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2434167"/>
            <a:ext cx="1183005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12/27/2025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8475136"/>
            <a:ext cx="46291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787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sldNum="0" hdr="0" ftr="0" dt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05B8FF">
                <a:alpha val="10000"/>
              </a:srgbClr>
            </a:gs>
            <a:gs pos="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1430A74-7FF5-312E-5D3D-FEEB066598D4}"/>
              </a:ext>
            </a:extLst>
          </p:cNvPr>
          <p:cNvSpPr/>
          <p:nvPr/>
        </p:nvSpPr>
        <p:spPr>
          <a:xfrm>
            <a:off x="457200" y="0"/>
            <a:ext cx="1828800" cy="914400"/>
          </a:xfrm>
          <a:prstGeom prst="roundRect">
            <a:avLst/>
          </a:prstGeom>
          <a:solidFill>
            <a:srgbClr val="05B8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30">
              <a:noFill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C08B2D4-B715-71C0-7891-8FBBA4E9FD92}"/>
              </a:ext>
            </a:extLst>
          </p:cNvPr>
          <p:cNvSpPr/>
          <p:nvPr/>
        </p:nvSpPr>
        <p:spPr>
          <a:xfrm>
            <a:off x="8229600" y="2651760"/>
            <a:ext cx="5029200" cy="6035040"/>
          </a:xfrm>
          <a:prstGeom prst="roundRect">
            <a:avLst>
              <a:gd name="adj" fmla="val 4727"/>
            </a:avLst>
          </a:prstGeom>
          <a:solidFill>
            <a:srgbClr val="05B8FF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9DE0205-A1E8-D9C5-DC06-A1894E789E7F}"/>
              </a:ext>
            </a:extLst>
          </p:cNvPr>
          <p:cNvGrpSpPr/>
          <p:nvPr/>
        </p:nvGrpSpPr>
        <p:grpSpPr>
          <a:xfrm>
            <a:off x="8463837" y="3195287"/>
            <a:ext cx="955548" cy="804672"/>
            <a:chOff x="2881952" y="4324839"/>
            <a:chExt cx="955548" cy="804672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A40223C-88F0-1AB3-700D-F21924D9A045}"/>
                </a:ext>
              </a:extLst>
            </p:cNvPr>
            <p:cNvSpPr/>
            <p:nvPr/>
          </p:nvSpPr>
          <p:spPr>
            <a:xfrm>
              <a:off x="2881952" y="4324839"/>
              <a:ext cx="804672" cy="804672"/>
            </a:xfrm>
            <a:prstGeom prst="ellipse">
              <a:avLst/>
            </a:prstGeom>
            <a:solidFill>
              <a:srgbClr val="FFC90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CFD3123-4B8D-9CC2-43E1-C9CB8B2E4E55}"/>
                </a:ext>
              </a:extLst>
            </p:cNvPr>
            <p:cNvSpPr/>
            <p:nvPr/>
          </p:nvSpPr>
          <p:spPr>
            <a:xfrm>
              <a:off x="3535748" y="4324839"/>
              <a:ext cx="301752" cy="301752"/>
            </a:xfrm>
            <a:prstGeom prst="ellipse">
              <a:avLst/>
            </a:prstGeom>
            <a:solidFill>
              <a:srgbClr val="FFC90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A2DEDFC-6540-841B-5DC5-723266FEBFF9}"/>
                </a:ext>
              </a:extLst>
            </p:cNvPr>
            <p:cNvSpPr/>
            <p:nvPr/>
          </p:nvSpPr>
          <p:spPr>
            <a:xfrm>
              <a:off x="2982536" y="4425423"/>
              <a:ext cx="603504" cy="60350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4EAB0EA-9C7F-8705-E988-F40A0C47150E}"/>
              </a:ext>
            </a:extLst>
          </p:cNvPr>
          <p:cNvGrpSpPr/>
          <p:nvPr/>
        </p:nvGrpSpPr>
        <p:grpSpPr>
          <a:xfrm>
            <a:off x="8463837" y="4330937"/>
            <a:ext cx="955548" cy="804672"/>
            <a:chOff x="2881952" y="4324839"/>
            <a:chExt cx="955548" cy="804672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B246173-7484-5F6A-FC78-75E2892FB14F}"/>
                </a:ext>
              </a:extLst>
            </p:cNvPr>
            <p:cNvSpPr/>
            <p:nvPr/>
          </p:nvSpPr>
          <p:spPr>
            <a:xfrm>
              <a:off x="2881952" y="4324839"/>
              <a:ext cx="804672" cy="8046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1F4877E5-830E-D429-C30C-6F81B50C6A5F}"/>
                </a:ext>
              </a:extLst>
            </p:cNvPr>
            <p:cNvSpPr/>
            <p:nvPr/>
          </p:nvSpPr>
          <p:spPr>
            <a:xfrm>
              <a:off x="3535748" y="4324839"/>
              <a:ext cx="301752" cy="3017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611CDF77-00D6-CC95-0F45-D80994E03A18}"/>
                </a:ext>
              </a:extLst>
            </p:cNvPr>
            <p:cNvSpPr/>
            <p:nvPr/>
          </p:nvSpPr>
          <p:spPr>
            <a:xfrm>
              <a:off x="2982536" y="4425423"/>
              <a:ext cx="603504" cy="60350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14FAAA0-10DB-3D4B-E51F-1FEDB82BA546}"/>
              </a:ext>
            </a:extLst>
          </p:cNvPr>
          <p:cNvGrpSpPr/>
          <p:nvPr/>
        </p:nvGrpSpPr>
        <p:grpSpPr>
          <a:xfrm>
            <a:off x="8463837" y="5466587"/>
            <a:ext cx="955548" cy="804672"/>
            <a:chOff x="2881952" y="4324839"/>
            <a:chExt cx="955548" cy="804672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03CEC667-6944-1BAF-33CB-F6D8AB37B681}"/>
                </a:ext>
              </a:extLst>
            </p:cNvPr>
            <p:cNvSpPr/>
            <p:nvPr/>
          </p:nvSpPr>
          <p:spPr>
            <a:xfrm>
              <a:off x="2881952" y="4324839"/>
              <a:ext cx="804672" cy="804672"/>
            </a:xfrm>
            <a:prstGeom prst="ellipse">
              <a:avLst/>
            </a:prstGeom>
            <a:solidFill>
              <a:srgbClr val="E3636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EBB02087-8103-AC09-E75C-D7A2EEC80B4C}"/>
                </a:ext>
              </a:extLst>
            </p:cNvPr>
            <p:cNvSpPr/>
            <p:nvPr/>
          </p:nvSpPr>
          <p:spPr>
            <a:xfrm>
              <a:off x="3535748" y="4324839"/>
              <a:ext cx="301752" cy="301752"/>
            </a:xfrm>
            <a:prstGeom prst="ellipse">
              <a:avLst/>
            </a:prstGeom>
            <a:solidFill>
              <a:srgbClr val="E3636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8A6EB0CF-31FD-8DF8-68F0-89999DFDF5CD}"/>
                </a:ext>
              </a:extLst>
            </p:cNvPr>
            <p:cNvSpPr/>
            <p:nvPr/>
          </p:nvSpPr>
          <p:spPr>
            <a:xfrm>
              <a:off x="2982536" y="4425423"/>
              <a:ext cx="603504" cy="60350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2" name="Oval 71">
            <a:extLst>
              <a:ext uri="{FF2B5EF4-FFF2-40B4-BE49-F238E27FC236}">
                <a16:creationId xmlns:a16="http://schemas.microsoft.com/office/drawing/2014/main" id="{9A9D815F-A5D0-8CC4-1CB5-F2F84C0DE010}"/>
              </a:ext>
            </a:extLst>
          </p:cNvPr>
          <p:cNvSpPr>
            <a:spLocks/>
          </p:cNvSpPr>
          <p:nvPr/>
        </p:nvSpPr>
        <p:spPr>
          <a:xfrm>
            <a:off x="8639859" y="6602237"/>
            <a:ext cx="603504" cy="60350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575DDF5-FC59-6D90-2FD7-EEC6B165F4F9}"/>
              </a:ext>
            </a:extLst>
          </p:cNvPr>
          <p:cNvSpPr/>
          <p:nvPr/>
        </p:nvSpPr>
        <p:spPr>
          <a:xfrm>
            <a:off x="8639859" y="7536721"/>
            <a:ext cx="603504" cy="60350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52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45E05-C9C0-95F5-75ED-3662E61F7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3F85B6-3138-FE9B-EF4B-CB58003547CE}"/>
              </a:ext>
            </a:extLst>
          </p:cNvPr>
          <p:cNvSpPr/>
          <p:nvPr/>
        </p:nvSpPr>
        <p:spPr>
          <a:xfrm>
            <a:off x="701387" y="3526708"/>
            <a:ext cx="2057400" cy="2090584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3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E49EA6-8AEB-BC5D-8986-6799E1D2B226}"/>
              </a:ext>
            </a:extLst>
          </p:cNvPr>
          <p:cNvSpPr/>
          <p:nvPr/>
        </p:nvSpPr>
        <p:spPr>
          <a:xfrm>
            <a:off x="8930987" y="3526708"/>
            <a:ext cx="2057400" cy="2090584"/>
          </a:xfrm>
          <a:prstGeom prst="rect">
            <a:avLst/>
          </a:prstGeom>
          <a:solidFill>
            <a:srgbClr val="05B8F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3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EBC501-9660-190F-9BC8-C72AE8662702}"/>
              </a:ext>
            </a:extLst>
          </p:cNvPr>
          <p:cNvSpPr/>
          <p:nvPr/>
        </p:nvSpPr>
        <p:spPr>
          <a:xfrm>
            <a:off x="2758787" y="3526708"/>
            <a:ext cx="2057400" cy="2090584"/>
          </a:xfrm>
          <a:prstGeom prst="rect">
            <a:avLst/>
          </a:prstGeom>
          <a:solidFill>
            <a:srgbClr val="EFEFFF">
              <a:alpha val="60000"/>
            </a:srgb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3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A53452-5928-6AA1-41AC-6B70CD57B6A4}"/>
              </a:ext>
            </a:extLst>
          </p:cNvPr>
          <p:cNvSpPr/>
          <p:nvPr/>
        </p:nvSpPr>
        <p:spPr>
          <a:xfrm>
            <a:off x="4816187" y="3526708"/>
            <a:ext cx="2057400" cy="2090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30" dirty="0"/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1A4275-F74B-7723-CD10-1686D9558572}"/>
              </a:ext>
            </a:extLst>
          </p:cNvPr>
          <p:cNvSpPr/>
          <p:nvPr/>
        </p:nvSpPr>
        <p:spPr>
          <a:xfrm>
            <a:off x="6873587" y="3526708"/>
            <a:ext cx="2057400" cy="2090584"/>
          </a:xfrm>
          <a:prstGeom prst="rect">
            <a:avLst/>
          </a:prstGeom>
          <a:solidFill>
            <a:srgbClr val="FFC905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3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227A26-08DE-97EA-E96F-4BEAEBC510A6}"/>
              </a:ext>
            </a:extLst>
          </p:cNvPr>
          <p:cNvSpPr/>
          <p:nvPr/>
        </p:nvSpPr>
        <p:spPr>
          <a:xfrm>
            <a:off x="10988389" y="3526708"/>
            <a:ext cx="2057400" cy="2090584"/>
          </a:xfrm>
          <a:prstGeom prst="rect">
            <a:avLst/>
          </a:prstGeom>
          <a:solidFill>
            <a:srgbClr val="4C05F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3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63CEC8-8B85-9195-B34D-4F0542A53544}"/>
              </a:ext>
            </a:extLst>
          </p:cNvPr>
          <p:cNvSpPr txBox="1"/>
          <p:nvPr/>
        </p:nvSpPr>
        <p:spPr>
          <a:xfrm>
            <a:off x="963920" y="5646671"/>
            <a:ext cx="153233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dirty="0"/>
              <a:t>#000000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087BE5-8FD0-BF29-730D-E100105A3621}"/>
              </a:ext>
            </a:extLst>
          </p:cNvPr>
          <p:cNvSpPr txBox="1"/>
          <p:nvPr/>
        </p:nvSpPr>
        <p:spPr>
          <a:xfrm>
            <a:off x="9162929" y="5683840"/>
            <a:ext cx="169306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dirty="0"/>
              <a:t>#05B8FF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0A4373-8D0D-121C-1955-4F5C107A136F}"/>
              </a:ext>
            </a:extLst>
          </p:cNvPr>
          <p:cNvSpPr txBox="1"/>
          <p:nvPr/>
        </p:nvSpPr>
        <p:spPr>
          <a:xfrm>
            <a:off x="3040505" y="5646671"/>
            <a:ext cx="169306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dirty="0"/>
              <a:t>#F5F5FF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DDF5C6-4B50-CCA6-D965-53AC4D013C07}"/>
              </a:ext>
            </a:extLst>
          </p:cNvPr>
          <p:cNvSpPr txBox="1"/>
          <p:nvPr/>
        </p:nvSpPr>
        <p:spPr>
          <a:xfrm>
            <a:off x="5097905" y="5683840"/>
            <a:ext cx="169306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dirty="0"/>
              <a:t>#FFFFFF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44AD38-CEF6-9A67-9CFC-3C57563700BD}"/>
              </a:ext>
            </a:extLst>
          </p:cNvPr>
          <p:cNvSpPr txBox="1"/>
          <p:nvPr/>
        </p:nvSpPr>
        <p:spPr>
          <a:xfrm>
            <a:off x="7155305" y="5683840"/>
            <a:ext cx="169306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dirty="0"/>
              <a:t>#FFC905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E90FC1-F004-0377-B99A-6F5CF29139FF}"/>
              </a:ext>
            </a:extLst>
          </p:cNvPr>
          <p:cNvSpPr txBox="1"/>
          <p:nvPr/>
        </p:nvSpPr>
        <p:spPr>
          <a:xfrm>
            <a:off x="11170555" y="5683840"/>
            <a:ext cx="169306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dirty="0"/>
              <a:t>#005E00</a:t>
            </a:r>
          </a:p>
        </p:txBody>
      </p:sp>
    </p:spTree>
    <p:extLst>
      <p:ext uri="{BB962C8B-B14F-4D97-AF65-F5344CB8AC3E}">
        <p14:creationId xmlns:p14="http://schemas.microsoft.com/office/powerpoint/2010/main" val="2927990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225</TotalTime>
  <Words>16</Words>
  <Application>Microsoft Office PowerPoint</Application>
  <PresentationFormat>Custom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Thi-Diem-My Le</dc:creator>
  <cp:lastModifiedBy>Thi-Diem-My Le</cp:lastModifiedBy>
  <cp:revision>2</cp:revision>
  <dcterms:created xsi:type="dcterms:W3CDTF">2025-12-27T13:10:37Z</dcterms:created>
  <dcterms:modified xsi:type="dcterms:W3CDTF">2025-12-27T16:56:29Z</dcterms:modified>
</cp:coreProperties>
</file>