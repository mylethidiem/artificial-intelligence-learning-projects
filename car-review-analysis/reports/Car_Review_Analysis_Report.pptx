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965" y="7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C91B1-03BA-9251-F749-8CC9C01744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E8CE21-2A94-2413-5E32-8F64F3ACC2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3C4231-57F9-AFF0-6E3B-1359E65F6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B331-AA35-45A9-A074-3D72AF750DB0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5A0992-65EC-FCAB-FB21-75E98EBFF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74A2EF-1517-6983-3035-3E3DC310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0B704-4CBF-4481-AAAF-D161941B1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524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77881-0F8E-8CFA-0511-BA57E3053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E7CFE-F274-8240-02B3-EE5B0105C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8A8038-01EE-B063-D2D3-B2FC0DE69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B331-AA35-45A9-A074-3D72AF750DB0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FD4FA-883D-3443-26B8-31E220E76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154384-42D5-F9CB-C1B0-37D370A27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0B704-4CBF-4481-AAAF-D161941B1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112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2687F-77C4-00E1-F91D-F7CB0DC8E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18AAA9-4DA7-59EA-12BA-1B8E7E4E41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26603-6E36-5720-924A-9B99F9021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B331-AA35-45A9-A074-3D72AF750DB0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9C3DE7-E4D6-432C-4E1A-72A6E1BC4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332E1E-BB5A-EFEA-7847-6BB5C7CA6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0B704-4CBF-4481-AAAF-D161941B1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4017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0A5B2-606A-3E6A-1968-A4720083B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46312C-2E6F-BEA9-4F3A-D0F8EF713E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36454C-61D6-44C3-00AE-5245DEEFE0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8E5F9B-0BF8-143B-B645-11524F5E9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B331-AA35-45A9-A074-3D72AF750DB0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083A8-13A8-F759-F09A-84FDCE105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8A0BFB-5FCF-F093-CFD3-CA928C9D8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0B704-4CBF-4481-AAAF-D161941B1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546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D6914-CE94-D163-ECCA-CC4F23383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027EBA-3350-67C1-894F-CDAE4AC83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FF8C0C-71C5-B6B4-473C-0A4F4B8C3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662FE9-807B-BA21-CDDD-008D08465B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E0D1B1-3051-D0FB-704D-036C8441C3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B7008C-2E66-A01F-FFEE-212075EE8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B331-AA35-45A9-A074-3D72AF750DB0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AF6CC1-2000-4941-3C21-068930A92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1F5AF7-3159-4BFE-238D-CE24D3BB3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0B704-4CBF-4481-AAAF-D161941B1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364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05484-3790-F061-5A12-C2EF18480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0B909B-FD77-578A-CBEC-FCE5DE38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B331-AA35-45A9-A074-3D72AF750DB0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6166A7-B5CF-31FA-A732-1A1B2F409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D8BE98-468E-D937-53FA-C48DDB9BA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0B704-4CBF-4481-AAAF-D161941B1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30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19F271-BD25-6350-9397-EFE974631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B331-AA35-45A9-A074-3D72AF750DB0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A8F5FF-60F9-A199-DE55-8DDF66AD1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ADE8E4-E476-E80D-FC93-3221D6F0F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0B704-4CBF-4481-AAAF-D161941B1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264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3EDE0-3738-5160-DBC2-345BA0F94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E816F-4DB9-7A62-327A-3CE80D301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7E735D-8DD0-4E31-5B02-CFD7025DFA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31CA4-0E14-AB78-32AB-09F9FFC8D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B331-AA35-45A9-A074-3D72AF750DB0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BFC450-9C09-FDE9-279E-3FDDE5467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12BA36-2661-3AB7-8D3D-E6991EED7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0B704-4CBF-4481-AAAF-D161941B1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11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E5B2F-FC68-98A8-A533-93615DB5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198242-04DE-BBC4-F77C-86115C955D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B8353B-F30E-C193-B8D7-1F8B88932C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201ABC-BB1A-3820-674D-EDC019B95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B331-AA35-45A9-A074-3D72AF750DB0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859E1C-DC40-CA3E-6942-14A020C9BC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27973-8FC4-470A-ABBB-05490F1A6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0B704-4CBF-4481-AAAF-D161941B1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279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01772-EDE1-8428-C2E1-6B7D36E21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34637-4EE3-4645-ACBF-5CD33B06BB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AE95A-099B-830C-AC30-347412F1B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B331-AA35-45A9-A074-3D72AF750DB0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CE423B-4FEF-FEB5-4F6A-3E0EF1C13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7CB3BD-EFDC-52F4-0127-07C840D62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0B704-4CBF-4481-AAAF-D161941B1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2191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C9036A-7046-CBEC-E2DA-F1EA5EB5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637741-DD11-28D2-E544-A5F4CDC4C0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95668-C0D8-C8B9-6187-35D44C736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B331-AA35-45A9-A074-3D72AF750DB0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A0DC1-3F45-3E7A-6B7B-902D9921A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B21FF5-1AAF-6A41-5D8F-C289CEF08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0B704-4CBF-4481-AAAF-D161941B1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97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CEFA24-9C54-9C25-1CE4-8B49D76EA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F272C8-1887-6008-8CE8-15DAE91B63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3DC91-2C6B-2C4D-D689-741D63B4B5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BEB331-AA35-45A9-A074-3D72AF750DB0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7EC1F0-CC6D-4309-9BED-7B3FF52A31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1F26DC-5F3F-F9FE-1386-E39CD90F3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A0B704-4CBF-4481-AAAF-D161941B1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186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9F4CF-EBD1-1AF5-9DFB-3B5B34DDA5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670816-1748-9B54-A889-3102E1ED8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8384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Thi-Diem-My Le</dc:creator>
  <cp:lastModifiedBy>Thi-Diem-My Le</cp:lastModifiedBy>
  <cp:revision>1</cp:revision>
  <dcterms:created xsi:type="dcterms:W3CDTF">2026-01-24T11:33:22Z</dcterms:created>
  <dcterms:modified xsi:type="dcterms:W3CDTF">2026-01-24T11:34:21Z</dcterms:modified>
</cp:coreProperties>
</file>