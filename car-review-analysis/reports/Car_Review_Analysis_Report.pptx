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65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4FAFD4-5303-46EB-AAC1-B8450841999E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7D5E33D-4D8B-4E61-BE57-C54019786AB8}">
      <dgm:prSet/>
      <dgm:spPr/>
      <dgm:t>
        <a:bodyPr/>
        <a:lstStyle/>
        <a:p>
          <a:r>
            <a:rPr lang="en-US" b="1" dirty="0"/>
            <a:t>Dual Approach</a:t>
          </a:r>
          <a:endParaRPr lang="en-US" dirty="0"/>
        </a:p>
      </dgm:t>
    </dgm:pt>
    <dgm:pt modelId="{D2F8EFA2-556E-4C35-9049-29E120E67230}" type="parTrans" cxnId="{DACB628A-60CF-4C07-9577-9D41FA961E89}">
      <dgm:prSet/>
      <dgm:spPr/>
      <dgm:t>
        <a:bodyPr/>
        <a:lstStyle/>
        <a:p>
          <a:endParaRPr lang="en-US"/>
        </a:p>
      </dgm:t>
    </dgm:pt>
    <dgm:pt modelId="{04DED626-CF00-4D01-8EAE-164401CB1DBC}" type="sibTrans" cxnId="{DACB628A-60CF-4C07-9577-9D41FA961E89}">
      <dgm:prSet/>
      <dgm:spPr/>
      <dgm:t>
        <a:bodyPr/>
        <a:lstStyle/>
        <a:p>
          <a:endParaRPr lang="en-US"/>
        </a:p>
      </dgm:t>
    </dgm:pt>
    <dgm:pt modelId="{8E3F826D-2AB0-4943-BC8C-657E9F18C5C7}">
      <dgm:prSet/>
      <dgm:spPr/>
      <dgm:t>
        <a:bodyPr/>
        <a:lstStyle/>
        <a:p>
          <a:r>
            <a:rPr lang="en-US" b="1"/>
            <a:t>Machine Learning (ML)</a:t>
          </a:r>
          <a:r>
            <a:rPr lang="en-US"/>
            <a:t>: Reproducible, interpretable, low-cost baseline.</a:t>
          </a:r>
        </a:p>
      </dgm:t>
    </dgm:pt>
    <dgm:pt modelId="{E13B6330-27F3-48D7-AC3E-B6E2E2700A97}" type="parTrans" cxnId="{7E0AB194-DFB6-4470-B93A-01FD6665C4C4}">
      <dgm:prSet/>
      <dgm:spPr/>
      <dgm:t>
        <a:bodyPr/>
        <a:lstStyle/>
        <a:p>
          <a:endParaRPr lang="en-US"/>
        </a:p>
      </dgm:t>
    </dgm:pt>
    <dgm:pt modelId="{0D571FDD-256E-4E95-B3A0-FEF2EEAE1A80}" type="sibTrans" cxnId="{7E0AB194-DFB6-4470-B93A-01FD6665C4C4}">
      <dgm:prSet/>
      <dgm:spPr/>
      <dgm:t>
        <a:bodyPr/>
        <a:lstStyle/>
        <a:p>
          <a:endParaRPr lang="en-US"/>
        </a:p>
      </dgm:t>
    </dgm:pt>
    <dgm:pt modelId="{A6D3E18A-0029-408D-ABDC-C4B0D1319057}">
      <dgm:prSet/>
      <dgm:spPr/>
      <dgm:t>
        <a:bodyPr/>
        <a:lstStyle/>
        <a:p>
          <a:r>
            <a:rPr lang="en-US"/>
            <a:t>Sentiment: Logistic Regression + TF-IDF</a:t>
          </a:r>
        </a:p>
      </dgm:t>
    </dgm:pt>
    <dgm:pt modelId="{85B95DED-C01E-4F8A-86F4-FF43A762B03D}" type="parTrans" cxnId="{EFB765C2-FE6D-4F93-9836-7D7E5B0BF842}">
      <dgm:prSet/>
      <dgm:spPr/>
      <dgm:t>
        <a:bodyPr/>
        <a:lstStyle/>
        <a:p>
          <a:endParaRPr lang="en-US"/>
        </a:p>
      </dgm:t>
    </dgm:pt>
    <dgm:pt modelId="{80E16C6D-3A2F-44BC-9792-131A7BC174C1}" type="sibTrans" cxnId="{EFB765C2-FE6D-4F93-9836-7D7E5B0BF842}">
      <dgm:prSet/>
      <dgm:spPr/>
      <dgm:t>
        <a:bodyPr/>
        <a:lstStyle/>
        <a:p>
          <a:endParaRPr lang="en-US"/>
        </a:p>
      </dgm:t>
    </dgm:pt>
    <dgm:pt modelId="{421DF5E3-72E8-48AF-8C2B-D67E5F883707}">
      <dgm:prSet/>
      <dgm:spPr/>
      <dgm:t>
        <a:bodyPr/>
        <a:lstStyle/>
        <a:p>
          <a:r>
            <a:rPr lang="en-US"/>
            <a:t>Topics: LDA with coherence-driven K selection</a:t>
          </a:r>
        </a:p>
      </dgm:t>
    </dgm:pt>
    <dgm:pt modelId="{7B49BEE9-CE7A-42E3-98E5-7B02B5B28E74}" type="parTrans" cxnId="{2197B888-FF07-4354-94A9-29B9C2446386}">
      <dgm:prSet/>
      <dgm:spPr/>
      <dgm:t>
        <a:bodyPr/>
        <a:lstStyle/>
        <a:p>
          <a:endParaRPr lang="en-US"/>
        </a:p>
      </dgm:t>
    </dgm:pt>
    <dgm:pt modelId="{B4A8C717-74EB-4E85-9E2D-7E38B0077D30}" type="sibTrans" cxnId="{2197B888-FF07-4354-94A9-29B9C2446386}">
      <dgm:prSet/>
      <dgm:spPr/>
      <dgm:t>
        <a:bodyPr/>
        <a:lstStyle/>
        <a:p>
          <a:endParaRPr lang="en-US"/>
        </a:p>
      </dgm:t>
    </dgm:pt>
    <dgm:pt modelId="{78136C7B-0421-4AA3-B28C-FF22153C02CF}">
      <dgm:prSet/>
      <dgm:spPr/>
      <dgm:t>
        <a:bodyPr/>
        <a:lstStyle/>
        <a:p>
          <a:r>
            <a:rPr lang="en-US" b="1"/>
            <a:t>Generative AI (LLM)</a:t>
          </a:r>
          <a:r>
            <a:rPr lang="en-US"/>
            <a:t>: Context-aware, human-like interpretation.</a:t>
          </a:r>
        </a:p>
      </dgm:t>
    </dgm:pt>
    <dgm:pt modelId="{094068AE-79DC-4D92-B7B4-01913A43513D}" type="parTrans" cxnId="{D54BD5C3-B5CA-4DA0-A9BA-DF9D7389E8B7}">
      <dgm:prSet/>
      <dgm:spPr/>
      <dgm:t>
        <a:bodyPr/>
        <a:lstStyle/>
        <a:p>
          <a:endParaRPr lang="en-US"/>
        </a:p>
      </dgm:t>
    </dgm:pt>
    <dgm:pt modelId="{759EC636-2A66-4854-BA7C-B4B1BBC1BF1F}" type="sibTrans" cxnId="{D54BD5C3-B5CA-4DA0-A9BA-DF9D7389E8B7}">
      <dgm:prSet/>
      <dgm:spPr/>
      <dgm:t>
        <a:bodyPr/>
        <a:lstStyle/>
        <a:p>
          <a:endParaRPr lang="en-US"/>
        </a:p>
      </dgm:t>
    </dgm:pt>
    <dgm:pt modelId="{5F6829F8-E21E-47E9-935D-A7866D092E72}">
      <dgm:prSet/>
      <dgm:spPr/>
      <dgm:t>
        <a:bodyPr/>
        <a:lstStyle/>
        <a:p>
          <a:r>
            <a:rPr lang="en-US"/>
            <a:t>Sentiment: Zero-shot prompting (GPT-3.5)</a:t>
          </a:r>
        </a:p>
      </dgm:t>
    </dgm:pt>
    <dgm:pt modelId="{98EFB4BF-063A-40F8-8E7B-96447CDDC55D}" type="parTrans" cxnId="{357FA5A4-4DF8-4853-8D19-CC19A9F43529}">
      <dgm:prSet/>
      <dgm:spPr/>
      <dgm:t>
        <a:bodyPr/>
        <a:lstStyle/>
        <a:p>
          <a:endParaRPr lang="en-US"/>
        </a:p>
      </dgm:t>
    </dgm:pt>
    <dgm:pt modelId="{E7EAF586-D608-4838-B305-AF450F13DCA0}" type="sibTrans" cxnId="{357FA5A4-4DF8-4853-8D19-CC19A9F43529}">
      <dgm:prSet/>
      <dgm:spPr/>
      <dgm:t>
        <a:bodyPr/>
        <a:lstStyle/>
        <a:p>
          <a:endParaRPr lang="en-US"/>
        </a:p>
      </dgm:t>
    </dgm:pt>
    <dgm:pt modelId="{EE11E881-4CC3-4B23-BCE1-7A9C924CE003}">
      <dgm:prSet/>
      <dgm:spPr/>
      <dgm:t>
        <a:bodyPr/>
        <a:lstStyle/>
        <a:p>
          <a:r>
            <a:rPr lang="en-US" dirty="0"/>
            <a:t>Topics: Embedding-</a:t>
          </a:r>
          <a:r>
            <a:rPr lang="en-US" dirty="0" err="1"/>
            <a:t>KMean</a:t>
          </a:r>
          <a:r>
            <a:rPr lang="en-US" dirty="0"/>
            <a:t> clustering + LLM summarization</a:t>
          </a:r>
        </a:p>
      </dgm:t>
    </dgm:pt>
    <dgm:pt modelId="{6ABD6DB8-7674-4BCD-9238-D183064B5D16}" type="parTrans" cxnId="{F4A4D627-6397-404C-86F2-D0E0AA9DFAC6}">
      <dgm:prSet/>
      <dgm:spPr/>
      <dgm:t>
        <a:bodyPr/>
        <a:lstStyle/>
        <a:p>
          <a:endParaRPr lang="en-US"/>
        </a:p>
      </dgm:t>
    </dgm:pt>
    <dgm:pt modelId="{5B01BE39-EAE8-4C04-9A77-30A6CD40A034}" type="sibTrans" cxnId="{F4A4D627-6397-404C-86F2-D0E0AA9DFAC6}">
      <dgm:prSet/>
      <dgm:spPr/>
      <dgm:t>
        <a:bodyPr/>
        <a:lstStyle/>
        <a:p>
          <a:endParaRPr lang="en-US"/>
        </a:p>
      </dgm:t>
    </dgm:pt>
    <dgm:pt modelId="{12DE278C-E259-486A-85ED-55BC05340B9D}" type="pres">
      <dgm:prSet presAssocID="{E04FAFD4-5303-46EB-AAC1-B8450841999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2BADFAF-2CD3-4594-80CC-AAE5A4C72EBC}" type="pres">
      <dgm:prSet presAssocID="{D7D5E33D-4D8B-4E61-BE57-C54019786AB8}" presName="root1" presStyleCnt="0"/>
      <dgm:spPr/>
    </dgm:pt>
    <dgm:pt modelId="{BBDBEF09-3D57-4568-9D37-CFB4FCE244DA}" type="pres">
      <dgm:prSet presAssocID="{D7D5E33D-4D8B-4E61-BE57-C54019786AB8}" presName="LevelOneTextNode" presStyleLbl="node0" presStyleIdx="0" presStyleCnt="1">
        <dgm:presLayoutVars>
          <dgm:chPref val="3"/>
        </dgm:presLayoutVars>
      </dgm:prSet>
      <dgm:spPr/>
    </dgm:pt>
    <dgm:pt modelId="{57581063-94C0-4C32-A42A-02BADAD66385}" type="pres">
      <dgm:prSet presAssocID="{D7D5E33D-4D8B-4E61-BE57-C54019786AB8}" presName="level2hierChild" presStyleCnt="0"/>
      <dgm:spPr/>
    </dgm:pt>
    <dgm:pt modelId="{10FAA12B-C5FB-4C7B-B873-8A1B689080E1}" type="pres">
      <dgm:prSet presAssocID="{E13B6330-27F3-48D7-AC3E-B6E2E2700A97}" presName="conn2-1" presStyleLbl="parChTrans1D2" presStyleIdx="0" presStyleCnt="2"/>
      <dgm:spPr/>
    </dgm:pt>
    <dgm:pt modelId="{B42CCB97-388C-4401-B881-E76E4BFFFF6C}" type="pres">
      <dgm:prSet presAssocID="{E13B6330-27F3-48D7-AC3E-B6E2E2700A97}" presName="connTx" presStyleLbl="parChTrans1D2" presStyleIdx="0" presStyleCnt="2"/>
      <dgm:spPr/>
    </dgm:pt>
    <dgm:pt modelId="{4E1EF48D-C193-4E51-8AF8-AF90A37B0549}" type="pres">
      <dgm:prSet presAssocID="{8E3F826D-2AB0-4943-BC8C-657E9F18C5C7}" presName="root2" presStyleCnt="0"/>
      <dgm:spPr/>
    </dgm:pt>
    <dgm:pt modelId="{5C1A28DC-408C-4FA3-BF74-DE79DFD067CD}" type="pres">
      <dgm:prSet presAssocID="{8E3F826D-2AB0-4943-BC8C-657E9F18C5C7}" presName="LevelTwoTextNode" presStyleLbl="node2" presStyleIdx="0" presStyleCnt="2">
        <dgm:presLayoutVars>
          <dgm:chPref val="3"/>
        </dgm:presLayoutVars>
      </dgm:prSet>
      <dgm:spPr/>
    </dgm:pt>
    <dgm:pt modelId="{00379B49-06EB-404E-ACA8-7AB80F7E46AF}" type="pres">
      <dgm:prSet presAssocID="{8E3F826D-2AB0-4943-BC8C-657E9F18C5C7}" presName="level3hierChild" presStyleCnt="0"/>
      <dgm:spPr/>
    </dgm:pt>
    <dgm:pt modelId="{5D51DA3D-ED6B-4FF2-BB3E-ABEF9303CE33}" type="pres">
      <dgm:prSet presAssocID="{85B95DED-C01E-4F8A-86F4-FF43A762B03D}" presName="conn2-1" presStyleLbl="parChTrans1D3" presStyleIdx="0" presStyleCnt="4"/>
      <dgm:spPr/>
    </dgm:pt>
    <dgm:pt modelId="{DE683330-F13C-452A-BD5A-53A552EE0508}" type="pres">
      <dgm:prSet presAssocID="{85B95DED-C01E-4F8A-86F4-FF43A762B03D}" presName="connTx" presStyleLbl="parChTrans1D3" presStyleIdx="0" presStyleCnt="4"/>
      <dgm:spPr/>
    </dgm:pt>
    <dgm:pt modelId="{788CB141-0CD0-4E13-9BBC-A9F0DB7CD179}" type="pres">
      <dgm:prSet presAssocID="{A6D3E18A-0029-408D-ABDC-C4B0D1319057}" presName="root2" presStyleCnt="0"/>
      <dgm:spPr/>
    </dgm:pt>
    <dgm:pt modelId="{DF883E9B-2CFF-4D76-A4FE-9EFFBBC6596D}" type="pres">
      <dgm:prSet presAssocID="{A6D3E18A-0029-408D-ABDC-C4B0D1319057}" presName="LevelTwoTextNode" presStyleLbl="node3" presStyleIdx="0" presStyleCnt="4">
        <dgm:presLayoutVars>
          <dgm:chPref val="3"/>
        </dgm:presLayoutVars>
      </dgm:prSet>
      <dgm:spPr/>
    </dgm:pt>
    <dgm:pt modelId="{8A71C40F-5407-4427-8E33-A9C5A5F5CF94}" type="pres">
      <dgm:prSet presAssocID="{A6D3E18A-0029-408D-ABDC-C4B0D1319057}" presName="level3hierChild" presStyleCnt="0"/>
      <dgm:spPr/>
    </dgm:pt>
    <dgm:pt modelId="{606DCD4F-E8D5-427D-9DF5-A5FDBD8C65B5}" type="pres">
      <dgm:prSet presAssocID="{7B49BEE9-CE7A-42E3-98E5-7B02B5B28E74}" presName="conn2-1" presStyleLbl="parChTrans1D3" presStyleIdx="1" presStyleCnt="4"/>
      <dgm:spPr/>
    </dgm:pt>
    <dgm:pt modelId="{9C8BCD8F-3ED6-495A-8E45-7053283F6EDF}" type="pres">
      <dgm:prSet presAssocID="{7B49BEE9-CE7A-42E3-98E5-7B02B5B28E74}" presName="connTx" presStyleLbl="parChTrans1D3" presStyleIdx="1" presStyleCnt="4"/>
      <dgm:spPr/>
    </dgm:pt>
    <dgm:pt modelId="{3E0AFDC8-8ACC-498E-8FDF-35817DDD6986}" type="pres">
      <dgm:prSet presAssocID="{421DF5E3-72E8-48AF-8C2B-D67E5F883707}" presName="root2" presStyleCnt="0"/>
      <dgm:spPr/>
    </dgm:pt>
    <dgm:pt modelId="{A60DCC38-3545-429A-80D6-0559E200B756}" type="pres">
      <dgm:prSet presAssocID="{421DF5E3-72E8-48AF-8C2B-D67E5F883707}" presName="LevelTwoTextNode" presStyleLbl="node3" presStyleIdx="1" presStyleCnt="4">
        <dgm:presLayoutVars>
          <dgm:chPref val="3"/>
        </dgm:presLayoutVars>
      </dgm:prSet>
      <dgm:spPr/>
    </dgm:pt>
    <dgm:pt modelId="{22B743BC-29B8-4C7A-B8D4-277497D9CFE4}" type="pres">
      <dgm:prSet presAssocID="{421DF5E3-72E8-48AF-8C2B-D67E5F883707}" presName="level3hierChild" presStyleCnt="0"/>
      <dgm:spPr/>
    </dgm:pt>
    <dgm:pt modelId="{3A37D06B-D8DE-470B-A764-6BCC2C1570EE}" type="pres">
      <dgm:prSet presAssocID="{094068AE-79DC-4D92-B7B4-01913A43513D}" presName="conn2-1" presStyleLbl="parChTrans1D2" presStyleIdx="1" presStyleCnt="2"/>
      <dgm:spPr/>
    </dgm:pt>
    <dgm:pt modelId="{1867F330-4D71-4097-9BEF-E5529764DC55}" type="pres">
      <dgm:prSet presAssocID="{094068AE-79DC-4D92-B7B4-01913A43513D}" presName="connTx" presStyleLbl="parChTrans1D2" presStyleIdx="1" presStyleCnt="2"/>
      <dgm:spPr/>
    </dgm:pt>
    <dgm:pt modelId="{D320F15C-71CD-4E99-8110-57947012D8F6}" type="pres">
      <dgm:prSet presAssocID="{78136C7B-0421-4AA3-B28C-FF22153C02CF}" presName="root2" presStyleCnt="0"/>
      <dgm:spPr/>
    </dgm:pt>
    <dgm:pt modelId="{318B7BF4-71EE-4BBF-8B97-DC66BC61B88C}" type="pres">
      <dgm:prSet presAssocID="{78136C7B-0421-4AA3-B28C-FF22153C02CF}" presName="LevelTwoTextNode" presStyleLbl="node2" presStyleIdx="1" presStyleCnt="2">
        <dgm:presLayoutVars>
          <dgm:chPref val="3"/>
        </dgm:presLayoutVars>
      </dgm:prSet>
      <dgm:spPr/>
    </dgm:pt>
    <dgm:pt modelId="{EAACD09D-321C-43D5-987C-D0F7F6CDBDD7}" type="pres">
      <dgm:prSet presAssocID="{78136C7B-0421-4AA3-B28C-FF22153C02CF}" presName="level3hierChild" presStyleCnt="0"/>
      <dgm:spPr/>
    </dgm:pt>
    <dgm:pt modelId="{E1EA2A7C-D926-4D76-9A47-358A14ED8953}" type="pres">
      <dgm:prSet presAssocID="{98EFB4BF-063A-40F8-8E7B-96447CDDC55D}" presName="conn2-1" presStyleLbl="parChTrans1D3" presStyleIdx="2" presStyleCnt="4"/>
      <dgm:spPr/>
    </dgm:pt>
    <dgm:pt modelId="{A458F148-28BA-4007-9506-243DB6BDA8BB}" type="pres">
      <dgm:prSet presAssocID="{98EFB4BF-063A-40F8-8E7B-96447CDDC55D}" presName="connTx" presStyleLbl="parChTrans1D3" presStyleIdx="2" presStyleCnt="4"/>
      <dgm:spPr/>
    </dgm:pt>
    <dgm:pt modelId="{C8595D1A-7F86-4150-9140-25AAA9FDFEDB}" type="pres">
      <dgm:prSet presAssocID="{5F6829F8-E21E-47E9-935D-A7866D092E72}" presName="root2" presStyleCnt="0"/>
      <dgm:spPr/>
    </dgm:pt>
    <dgm:pt modelId="{90AC90A0-94D9-4013-8C35-124F5C226C9C}" type="pres">
      <dgm:prSet presAssocID="{5F6829F8-E21E-47E9-935D-A7866D092E72}" presName="LevelTwoTextNode" presStyleLbl="node3" presStyleIdx="2" presStyleCnt="4">
        <dgm:presLayoutVars>
          <dgm:chPref val="3"/>
        </dgm:presLayoutVars>
      </dgm:prSet>
      <dgm:spPr/>
    </dgm:pt>
    <dgm:pt modelId="{AC82BC99-A82F-447B-9D55-EA0287825EB2}" type="pres">
      <dgm:prSet presAssocID="{5F6829F8-E21E-47E9-935D-A7866D092E72}" presName="level3hierChild" presStyleCnt="0"/>
      <dgm:spPr/>
    </dgm:pt>
    <dgm:pt modelId="{3515ACD6-E603-413C-B8DF-45DBDB83428B}" type="pres">
      <dgm:prSet presAssocID="{6ABD6DB8-7674-4BCD-9238-D183064B5D16}" presName="conn2-1" presStyleLbl="parChTrans1D3" presStyleIdx="3" presStyleCnt="4"/>
      <dgm:spPr/>
    </dgm:pt>
    <dgm:pt modelId="{922943A6-BC36-476E-B35D-2BE90E5E7D41}" type="pres">
      <dgm:prSet presAssocID="{6ABD6DB8-7674-4BCD-9238-D183064B5D16}" presName="connTx" presStyleLbl="parChTrans1D3" presStyleIdx="3" presStyleCnt="4"/>
      <dgm:spPr/>
    </dgm:pt>
    <dgm:pt modelId="{A6AB3B05-30A7-4977-948C-38EF20C8B290}" type="pres">
      <dgm:prSet presAssocID="{EE11E881-4CC3-4B23-BCE1-7A9C924CE003}" presName="root2" presStyleCnt="0"/>
      <dgm:spPr/>
    </dgm:pt>
    <dgm:pt modelId="{9E0E9C1F-EAF8-4089-8E2F-F419722C5338}" type="pres">
      <dgm:prSet presAssocID="{EE11E881-4CC3-4B23-BCE1-7A9C924CE003}" presName="LevelTwoTextNode" presStyleLbl="node3" presStyleIdx="3" presStyleCnt="4">
        <dgm:presLayoutVars>
          <dgm:chPref val="3"/>
        </dgm:presLayoutVars>
      </dgm:prSet>
      <dgm:spPr/>
    </dgm:pt>
    <dgm:pt modelId="{7FB599FA-13D7-4EAF-B0C0-07EC11C9A204}" type="pres">
      <dgm:prSet presAssocID="{EE11E881-4CC3-4B23-BCE1-7A9C924CE003}" presName="level3hierChild" presStyleCnt="0"/>
      <dgm:spPr/>
    </dgm:pt>
  </dgm:ptLst>
  <dgm:cxnLst>
    <dgm:cxn modelId="{C355AB00-A7A4-45DA-9AA1-D119C580CAA8}" type="presOf" srcId="{98EFB4BF-063A-40F8-8E7B-96447CDDC55D}" destId="{A458F148-28BA-4007-9506-243DB6BDA8BB}" srcOrd="1" destOrd="0" presId="urn:microsoft.com/office/officeart/2005/8/layout/hierarchy2"/>
    <dgm:cxn modelId="{A41B5F24-5A7C-4E7E-85C2-609EFF478D9B}" type="presOf" srcId="{5F6829F8-E21E-47E9-935D-A7866D092E72}" destId="{90AC90A0-94D9-4013-8C35-124F5C226C9C}" srcOrd="0" destOrd="0" presId="urn:microsoft.com/office/officeart/2005/8/layout/hierarchy2"/>
    <dgm:cxn modelId="{F4A4D627-6397-404C-86F2-D0E0AA9DFAC6}" srcId="{78136C7B-0421-4AA3-B28C-FF22153C02CF}" destId="{EE11E881-4CC3-4B23-BCE1-7A9C924CE003}" srcOrd="1" destOrd="0" parTransId="{6ABD6DB8-7674-4BCD-9238-D183064B5D16}" sibTransId="{5B01BE39-EAE8-4C04-9A77-30A6CD40A034}"/>
    <dgm:cxn modelId="{29A3D42C-4F77-47DB-A7D1-841D2BF3F469}" type="presOf" srcId="{D7D5E33D-4D8B-4E61-BE57-C54019786AB8}" destId="{BBDBEF09-3D57-4568-9D37-CFB4FCE244DA}" srcOrd="0" destOrd="0" presId="urn:microsoft.com/office/officeart/2005/8/layout/hierarchy2"/>
    <dgm:cxn modelId="{9E17205D-73D5-46FF-88C2-EF28EEFC0884}" type="presOf" srcId="{85B95DED-C01E-4F8A-86F4-FF43A762B03D}" destId="{5D51DA3D-ED6B-4FF2-BB3E-ABEF9303CE33}" srcOrd="0" destOrd="0" presId="urn:microsoft.com/office/officeart/2005/8/layout/hierarchy2"/>
    <dgm:cxn modelId="{8E042B64-E011-4F08-A30B-883CAF5663F8}" type="presOf" srcId="{6ABD6DB8-7674-4BCD-9238-D183064B5D16}" destId="{922943A6-BC36-476E-B35D-2BE90E5E7D41}" srcOrd="1" destOrd="0" presId="urn:microsoft.com/office/officeart/2005/8/layout/hierarchy2"/>
    <dgm:cxn modelId="{DC165944-CD29-46EB-945C-8E952AA0769D}" type="presOf" srcId="{A6D3E18A-0029-408D-ABDC-C4B0D1319057}" destId="{DF883E9B-2CFF-4D76-A4FE-9EFFBBC6596D}" srcOrd="0" destOrd="0" presId="urn:microsoft.com/office/officeart/2005/8/layout/hierarchy2"/>
    <dgm:cxn modelId="{D758646D-9CA9-4C53-BB35-6F38BCB114CE}" type="presOf" srcId="{7B49BEE9-CE7A-42E3-98E5-7B02B5B28E74}" destId="{606DCD4F-E8D5-427D-9DF5-A5FDBD8C65B5}" srcOrd="0" destOrd="0" presId="urn:microsoft.com/office/officeart/2005/8/layout/hierarchy2"/>
    <dgm:cxn modelId="{4506636E-7FC8-4E4A-923C-8B4A02F5D7CE}" type="presOf" srcId="{6ABD6DB8-7674-4BCD-9238-D183064B5D16}" destId="{3515ACD6-E603-413C-B8DF-45DBDB83428B}" srcOrd="0" destOrd="0" presId="urn:microsoft.com/office/officeart/2005/8/layout/hierarchy2"/>
    <dgm:cxn modelId="{28BBDA55-9CFA-4D68-82DD-04B81E3E93E6}" type="presOf" srcId="{094068AE-79DC-4D92-B7B4-01913A43513D}" destId="{1867F330-4D71-4097-9BEF-E5529764DC55}" srcOrd="1" destOrd="0" presId="urn:microsoft.com/office/officeart/2005/8/layout/hierarchy2"/>
    <dgm:cxn modelId="{A058F478-7F3F-406C-B304-137B9A68314D}" type="presOf" srcId="{E13B6330-27F3-48D7-AC3E-B6E2E2700A97}" destId="{10FAA12B-C5FB-4C7B-B873-8A1B689080E1}" srcOrd="0" destOrd="0" presId="urn:microsoft.com/office/officeart/2005/8/layout/hierarchy2"/>
    <dgm:cxn modelId="{4308FD79-AF01-4BFE-BD0C-49DCB16FAAC8}" type="presOf" srcId="{78136C7B-0421-4AA3-B28C-FF22153C02CF}" destId="{318B7BF4-71EE-4BBF-8B97-DC66BC61B88C}" srcOrd="0" destOrd="0" presId="urn:microsoft.com/office/officeart/2005/8/layout/hierarchy2"/>
    <dgm:cxn modelId="{59686B81-4BD3-4F01-AD30-85706D424C99}" type="presOf" srcId="{421DF5E3-72E8-48AF-8C2B-D67E5F883707}" destId="{A60DCC38-3545-429A-80D6-0559E200B756}" srcOrd="0" destOrd="0" presId="urn:microsoft.com/office/officeart/2005/8/layout/hierarchy2"/>
    <dgm:cxn modelId="{2197B888-FF07-4354-94A9-29B9C2446386}" srcId="{8E3F826D-2AB0-4943-BC8C-657E9F18C5C7}" destId="{421DF5E3-72E8-48AF-8C2B-D67E5F883707}" srcOrd="1" destOrd="0" parTransId="{7B49BEE9-CE7A-42E3-98E5-7B02B5B28E74}" sibTransId="{B4A8C717-74EB-4E85-9E2D-7E38B0077D30}"/>
    <dgm:cxn modelId="{DACB628A-60CF-4C07-9577-9D41FA961E89}" srcId="{E04FAFD4-5303-46EB-AAC1-B8450841999E}" destId="{D7D5E33D-4D8B-4E61-BE57-C54019786AB8}" srcOrd="0" destOrd="0" parTransId="{D2F8EFA2-556E-4C35-9049-29E120E67230}" sibTransId="{04DED626-CF00-4D01-8EAE-164401CB1DBC}"/>
    <dgm:cxn modelId="{75633293-0850-41E2-810E-25A8865DB5E0}" type="presOf" srcId="{EE11E881-4CC3-4B23-BCE1-7A9C924CE003}" destId="{9E0E9C1F-EAF8-4089-8E2F-F419722C5338}" srcOrd="0" destOrd="0" presId="urn:microsoft.com/office/officeart/2005/8/layout/hierarchy2"/>
    <dgm:cxn modelId="{7E0AB194-DFB6-4470-B93A-01FD6665C4C4}" srcId="{D7D5E33D-4D8B-4E61-BE57-C54019786AB8}" destId="{8E3F826D-2AB0-4943-BC8C-657E9F18C5C7}" srcOrd="0" destOrd="0" parTransId="{E13B6330-27F3-48D7-AC3E-B6E2E2700A97}" sibTransId="{0D571FDD-256E-4E95-B3A0-FEF2EEAE1A80}"/>
    <dgm:cxn modelId="{FC2DED9C-0D45-4992-B7C3-E4DC3B634D99}" type="presOf" srcId="{094068AE-79DC-4D92-B7B4-01913A43513D}" destId="{3A37D06B-D8DE-470B-A764-6BCC2C1570EE}" srcOrd="0" destOrd="0" presId="urn:microsoft.com/office/officeart/2005/8/layout/hierarchy2"/>
    <dgm:cxn modelId="{357FA5A4-4DF8-4853-8D19-CC19A9F43529}" srcId="{78136C7B-0421-4AA3-B28C-FF22153C02CF}" destId="{5F6829F8-E21E-47E9-935D-A7866D092E72}" srcOrd="0" destOrd="0" parTransId="{98EFB4BF-063A-40F8-8E7B-96447CDDC55D}" sibTransId="{E7EAF586-D608-4838-B305-AF450F13DCA0}"/>
    <dgm:cxn modelId="{E39F34AB-29CD-4CE1-B0F0-3CCCD32D16F0}" type="presOf" srcId="{E04FAFD4-5303-46EB-AAC1-B8450841999E}" destId="{12DE278C-E259-486A-85ED-55BC05340B9D}" srcOrd="0" destOrd="0" presId="urn:microsoft.com/office/officeart/2005/8/layout/hierarchy2"/>
    <dgm:cxn modelId="{9935D9AE-64ED-4E88-B74D-2B2AF234CE1B}" type="presOf" srcId="{85B95DED-C01E-4F8A-86F4-FF43A762B03D}" destId="{DE683330-F13C-452A-BD5A-53A552EE0508}" srcOrd="1" destOrd="0" presId="urn:microsoft.com/office/officeart/2005/8/layout/hierarchy2"/>
    <dgm:cxn modelId="{EFB765C2-FE6D-4F93-9836-7D7E5B0BF842}" srcId="{8E3F826D-2AB0-4943-BC8C-657E9F18C5C7}" destId="{A6D3E18A-0029-408D-ABDC-C4B0D1319057}" srcOrd="0" destOrd="0" parTransId="{85B95DED-C01E-4F8A-86F4-FF43A762B03D}" sibTransId="{80E16C6D-3A2F-44BC-9792-131A7BC174C1}"/>
    <dgm:cxn modelId="{94AC9FC2-FAF4-49FC-8405-F15A8821B6F1}" type="presOf" srcId="{7B49BEE9-CE7A-42E3-98E5-7B02B5B28E74}" destId="{9C8BCD8F-3ED6-495A-8E45-7053283F6EDF}" srcOrd="1" destOrd="0" presId="urn:microsoft.com/office/officeart/2005/8/layout/hierarchy2"/>
    <dgm:cxn modelId="{D54BD5C3-B5CA-4DA0-A9BA-DF9D7389E8B7}" srcId="{D7D5E33D-4D8B-4E61-BE57-C54019786AB8}" destId="{78136C7B-0421-4AA3-B28C-FF22153C02CF}" srcOrd="1" destOrd="0" parTransId="{094068AE-79DC-4D92-B7B4-01913A43513D}" sibTransId="{759EC636-2A66-4854-BA7C-B4B1BBC1BF1F}"/>
    <dgm:cxn modelId="{E4884AD6-C8A1-49AE-A5B0-7B4157AE7378}" type="presOf" srcId="{8E3F826D-2AB0-4943-BC8C-657E9F18C5C7}" destId="{5C1A28DC-408C-4FA3-BF74-DE79DFD067CD}" srcOrd="0" destOrd="0" presId="urn:microsoft.com/office/officeart/2005/8/layout/hierarchy2"/>
    <dgm:cxn modelId="{8E05A6DB-9E69-411F-A031-B95786BD6CE3}" type="presOf" srcId="{E13B6330-27F3-48D7-AC3E-B6E2E2700A97}" destId="{B42CCB97-388C-4401-B881-E76E4BFFFF6C}" srcOrd="1" destOrd="0" presId="urn:microsoft.com/office/officeart/2005/8/layout/hierarchy2"/>
    <dgm:cxn modelId="{4900B0FA-BE4C-44FB-866C-4F1BEE2EA7FC}" type="presOf" srcId="{98EFB4BF-063A-40F8-8E7B-96447CDDC55D}" destId="{E1EA2A7C-D926-4D76-9A47-358A14ED8953}" srcOrd="0" destOrd="0" presId="urn:microsoft.com/office/officeart/2005/8/layout/hierarchy2"/>
    <dgm:cxn modelId="{D11233CB-9956-407B-86DE-2B650C912851}" type="presParOf" srcId="{12DE278C-E259-486A-85ED-55BC05340B9D}" destId="{82BADFAF-2CD3-4594-80CC-AAE5A4C72EBC}" srcOrd="0" destOrd="0" presId="urn:microsoft.com/office/officeart/2005/8/layout/hierarchy2"/>
    <dgm:cxn modelId="{EBE14D09-8272-41D8-A214-5D76BF3EC71B}" type="presParOf" srcId="{82BADFAF-2CD3-4594-80CC-AAE5A4C72EBC}" destId="{BBDBEF09-3D57-4568-9D37-CFB4FCE244DA}" srcOrd="0" destOrd="0" presId="urn:microsoft.com/office/officeart/2005/8/layout/hierarchy2"/>
    <dgm:cxn modelId="{A913F433-E002-483B-9EE8-DF2E694F3A09}" type="presParOf" srcId="{82BADFAF-2CD3-4594-80CC-AAE5A4C72EBC}" destId="{57581063-94C0-4C32-A42A-02BADAD66385}" srcOrd="1" destOrd="0" presId="urn:microsoft.com/office/officeart/2005/8/layout/hierarchy2"/>
    <dgm:cxn modelId="{732D07B3-F8F3-41B4-A149-79268B80D33A}" type="presParOf" srcId="{57581063-94C0-4C32-A42A-02BADAD66385}" destId="{10FAA12B-C5FB-4C7B-B873-8A1B689080E1}" srcOrd="0" destOrd="0" presId="urn:microsoft.com/office/officeart/2005/8/layout/hierarchy2"/>
    <dgm:cxn modelId="{4C447A52-CB87-4717-AE30-DFA30B5222F6}" type="presParOf" srcId="{10FAA12B-C5FB-4C7B-B873-8A1B689080E1}" destId="{B42CCB97-388C-4401-B881-E76E4BFFFF6C}" srcOrd="0" destOrd="0" presId="urn:microsoft.com/office/officeart/2005/8/layout/hierarchy2"/>
    <dgm:cxn modelId="{95829798-7BF5-4472-8D05-C755DA27A7DF}" type="presParOf" srcId="{57581063-94C0-4C32-A42A-02BADAD66385}" destId="{4E1EF48D-C193-4E51-8AF8-AF90A37B0549}" srcOrd="1" destOrd="0" presId="urn:microsoft.com/office/officeart/2005/8/layout/hierarchy2"/>
    <dgm:cxn modelId="{95EFEF48-B63A-46CD-BC84-59F85E553750}" type="presParOf" srcId="{4E1EF48D-C193-4E51-8AF8-AF90A37B0549}" destId="{5C1A28DC-408C-4FA3-BF74-DE79DFD067CD}" srcOrd="0" destOrd="0" presId="urn:microsoft.com/office/officeart/2005/8/layout/hierarchy2"/>
    <dgm:cxn modelId="{53FD2A45-A2FE-46A0-98E8-4AAE15ADF8B0}" type="presParOf" srcId="{4E1EF48D-C193-4E51-8AF8-AF90A37B0549}" destId="{00379B49-06EB-404E-ACA8-7AB80F7E46AF}" srcOrd="1" destOrd="0" presId="urn:microsoft.com/office/officeart/2005/8/layout/hierarchy2"/>
    <dgm:cxn modelId="{280C3E3E-C2E7-499B-B0D8-63BB0F5750E6}" type="presParOf" srcId="{00379B49-06EB-404E-ACA8-7AB80F7E46AF}" destId="{5D51DA3D-ED6B-4FF2-BB3E-ABEF9303CE33}" srcOrd="0" destOrd="0" presId="urn:microsoft.com/office/officeart/2005/8/layout/hierarchy2"/>
    <dgm:cxn modelId="{31F2B2B6-9DF5-4962-A007-B55E80F509E8}" type="presParOf" srcId="{5D51DA3D-ED6B-4FF2-BB3E-ABEF9303CE33}" destId="{DE683330-F13C-452A-BD5A-53A552EE0508}" srcOrd="0" destOrd="0" presId="urn:microsoft.com/office/officeart/2005/8/layout/hierarchy2"/>
    <dgm:cxn modelId="{EF5DBDB8-004F-49A0-9B4D-C0A01D840E67}" type="presParOf" srcId="{00379B49-06EB-404E-ACA8-7AB80F7E46AF}" destId="{788CB141-0CD0-4E13-9BBC-A9F0DB7CD179}" srcOrd="1" destOrd="0" presId="urn:microsoft.com/office/officeart/2005/8/layout/hierarchy2"/>
    <dgm:cxn modelId="{3F252FA4-2490-4C34-A470-B0346B2516C2}" type="presParOf" srcId="{788CB141-0CD0-4E13-9BBC-A9F0DB7CD179}" destId="{DF883E9B-2CFF-4D76-A4FE-9EFFBBC6596D}" srcOrd="0" destOrd="0" presId="urn:microsoft.com/office/officeart/2005/8/layout/hierarchy2"/>
    <dgm:cxn modelId="{19713BFE-E0D5-4C05-A1F9-BDEF8E6D463A}" type="presParOf" srcId="{788CB141-0CD0-4E13-9BBC-A9F0DB7CD179}" destId="{8A71C40F-5407-4427-8E33-A9C5A5F5CF94}" srcOrd="1" destOrd="0" presId="urn:microsoft.com/office/officeart/2005/8/layout/hierarchy2"/>
    <dgm:cxn modelId="{14B64D9E-3241-44A0-9097-AC9DE1073186}" type="presParOf" srcId="{00379B49-06EB-404E-ACA8-7AB80F7E46AF}" destId="{606DCD4F-E8D5-427D-9DF5-A5FDBD8C65B5}" srcOrd="2" destOrd="0" presId="urn:microsoft.com/office/officeart/2005/8/layout/hierarchy2"/>
    <dgm:cxn modelId="{33776DF8-AD07-4C77-9986-39DAA998B0C2}" type="presParOf" srcId="{606DCD4F-E8D5-427D-9DF5-A5FDBD8C65B5}" destId="{9C8BCD8F-3ED6-495A-8E45-7053283F6EDF}" srcOrd="0" destOrd="0" presId="urn:microsoft.com/office/officeart/2005/8/layout/hierarchy2"/>
    <dgm:cxn modelId="{3F55696E-A339-4B2E-838E-81637E14F5ED}" type="presParOf" srcId="{00379B49-06EB-404E-ACA8-7AB80F7E46AF}" destId="{3E0AFDC8-8ACC-498E-8FDF-35817DDD6986}" srcOrd="3" destOrd="0" presId="urn:microsoft.com/office/officeart/2005/8/layout/hierarchy2"/>
    <dgm:cxn modelId="{967BFD8D-3C3C-40F5-A39D-F6498889DB7E}" type="presParOf" srcId="{3E0AFDC8-8ACC-498E-8FDF-35817DDD6986}" destId="{A60DCC38-3545-429A-80D6-0559E200B756}" srcOrd="0" destOrd="0" presId="urn:microsoft.com/office/officeart/2005/8/layout/hierarchy2"/>
    <dgm:cxn modelId="{2A240C09-5896-497A-B2D6-9396D1C64726}" type="presParOf" srcId="{3E0AFDC8-8ACC-498E-8FDF-35817DDD6986}" destId="{22B743BC-29B8-4C7A-B8D4-277497D9CFE4}" srcOrd="1" destOrd="0" presId="urn:microsoft.com/office/officeart/2005/8/layout/hierarchy2"/>
    <dgm:cxn modelId="{3037F79E-46F0-45C0-AA4E-4CC9A907E26D}" type="presParOf" srcId="{57581063-94C0-4C32-A42A-02BADAD66385}" destId="{3A37D06B-D8DE-470B-A764-6BCC2C1570EE}" srcOrd="2" destOrd="0" presId="urn:microsoft.com/office/officeart/2005/8/layout/hierarchy2"/>
    <dgm:cxn modelId="{50E80B27-140D-4C48-829E-ADC56C09FC9D}" type="presParOf" srcId="{3A37D06B-D8DE-470B-A764-6BCC2C1570EE}" destId="{1867F330-4D71-4097-9BEF-E5529764DC55}" srcOrd="0" destOrd="0" presId="urn:microsoft.com/office/officeart/2005/8/layout/hierarchy2"/>
    <dgm:cxn modelId="{AA7D60C5-6F43-49E2-BFDE-21D6629C0BF6}" type="presParOf" srcId="{57581063-94C0-4C32-A42A-02BADAD66385}" destId="{D320F15C-71CD-4E99-8110-57947012D8F6}" srcOrd="3" destOrd="0" presId="urn:microsoft.com/office/officeart/2005/8/layout/hierarchy2"/>
    <dgm:cxn modelId="{D17D2AF6-9126-4A4B-AE9C-D3FF74CD9F24}" type="presParOf" srcId="{D320F15C-71CD-4E99-8110-57947012D8F6}" destId="{318B7BF4-71EE-4BBF-8B97-DC66BC61B88C}" srcOrd="0" destOrd="0" presId="urn:microsoft.com/office/officeart/2005/8/layout/hierarchy2"/>
    <dgm:cxn modelId="{EF4AF76C-0A3E-4601-8E33-30B2E99B408F}" type="presParOf" srcId="{D320F15C-71CD-4E99-8110-57947012D8F6}" destId="{EAACD09D-321C-43D5-987C-D0F7F6CDBDD7}" srcOrd="1" destOrd="0" presId="urn:microsoft.com/office/officeart/2005/8/layout/hierarchy2"/>
    <dgm:cxn modelId="{A5C57518-1DC5-41DD-9D11-DE1838FF77F9}" type="presParOf" srcId="{EAACD09D-321C-43D5-987C-D0F7F6CDBDD7}" destId="{E1EA2A7C-D926-4D76-9A47-358A14ED8953}" srcOrd="0" destOrd="0" presId="urn:microsoft.com/office/officeart/2005/8/layout/hierarchy2"/>
    <dgm:cxn modelId="{3EC5BBC6-21C9-494D-AE9F-D970C865ED5C}" type="presParOf" srcId="{E1EA2A7C-D926-4D76-9A47-358A14ED8953}" destId="{A458F148-28BA-4007-9506-243DB6BDA8BB}" srcOrd="0" destOrd="0" presId="urn:microsoft.com/office/officeart/2005/8/layout/hierarchy2"/>
    <dgm:cxn modelId="{FE7EFE56-79BF-49F0-B1B5-A0D23A6401C6}" type="presParOf" srcId="{EAACD09D-321C-43D5-987C-D0F7F6CDBDD7}" destId="{C8595D1A-7F86-4150-9140-25AAA9FDFEDB}" srcOrd="1" destOrd="0" presId="urn:microsoft.com/office/officeart/2005/8/layout/hierarchy2"/>
    <dgm:cxn modelId="{88C77B80-76CE-4196-B4DF-8A30F4ADE574}" type="presParOf" srcId="{C8595D1A-7F86-4150-9140-25AAA9FDFEDB}" destId="{90AC90A0-94D9-4013-8C35-124F5C226C9C}" srcOrd="0" destOrd="0" presId="urn:microsoft.com/office/officeart/2005/8/layout/hierarchy2"/>
    <dgm:cxn modelId="{D0C32D85-061A-4B77-9BCA-805AAB1DB688}" type="presParOf" srcId="{C8595D1A-7F86-4150-9140-25AAA9FDFEDB}" destId="{AC82BC99-A82F-447B-9D55-EA0287825EB2}" srcOrd="1" destOrd="0" presId="urn:microsoft.com/office/officeart/2005/8/layout/hierarchy2"/>
    <dgm:cxn modelId="{F3771A1D-20F9-4F4B-BACB-EEC5A7CF0A2B}" type="presParOf" srcId="{EAACD09D-321C-43D5-987C-D0F7F6CDBDD7}" destId="{3515ACD6-E603-413C-B8DF-45DBDB83428B}" srcOrd="2" destOrd="0" presId="urn:microsoft.com/office/officeart/2005/8/layout/hierarchy2"/>
    <dgm:cxn modelId="{96EAC1C2-480C-4F45-A716-1EE3593E26C1}" type="presParOf" srcId="{3515ACD6-E603-413C-B8DF-45DBDB83428B}" destId="{922943A6-BC36-476E-B35D-2BE90E5E7D41}" srcOrd="0" destOrd="0" presId="urn:microsoft.com/office/officeart/2005/8/layout/hierarchy2"/>
    <dgm:cxn modelId="{37CFFB0D-5EB5-43E9-9B8C-C448C90CFBBB}" type="presParOf" srcId="{EAACD09D-321C-43D5-987C-D0F7F6CDBDD7}" destId="{A6AB3B05-30A7-4977-948C-38EF20C8B290}" srcOrd="3" destOrd="0" presId="urn:microsoft.com/office/officeart/2005/8/layout/hierarchy2"/>
    <dgm:cxn modelId="{AF1DCF6F-A8F7-48E1-A79A-104BFF48B3A5}" type="presParOf" srcId="{A6AB3B05-30A7-4977-948C-38EF20C8B290}" destId="{9E0E9C1F-EAF8-4089-8E2F-F419722C5338}" srcOrd="0" destOrd="0" presId="urn:microsoft.com/office/officeart/2005/8/layout/hierarchy2"/>
    <dgm:cxn modelId="{263CF5CC-AE3C-4743-BF11-54E86ABE2CCF}" type="presParOf" srcId="{A6AB3B05-30A7-4977-948C-38EF20C8B290}" destId="{7FB599FA-13D7-4EAF-B0C0-07EC11C9A20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DBEF09-3D57-4568-9D37-CFB4FCE244DA}">
      <dsp:nvSpPr>
        <dsp:cNvPr id="0" name=""/>
        <dsp:cNvSpPr/>
      </dsp:nvSpPr>
      <dsp:spPr>
        <a:xfrm>
          <a:off x="1543865" y="1686993"/>
          <a:ext cx="1954702" cy="977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Dual Approach</a:t>
          </a:r>
          <a:endParaRPr lang="en-US" sz="1600" kern="1200" dirty="0"/>
        </a:p>
      </dsp:txBody>
      <dsp:txXfrm>
        <a:off x="1572491" y="1715619"/>
        <a:ext cx="1897450" cy="920099"/>
      </dsp:txXfrm>
    </dsp:sp>
    <dsp:sp modelId="{10FAA12B-C5FB-4C7B-B873-8A1B689080E1}">
      <dsp:nvSpPr>
        <dsp:cNvPr id="0" name=""/>
        <dsp:cNvSpPr/>
      </dsp:nvSpPr>
      <dsp:spPr>
        <a:xfrm rot="18289469">
          <a:off x="3204926" y="1593477"/>
          <a:ext cx="136916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69164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55279" y="1579462"/>
        <a:ext cx="68458" cy="68458"/>
      </dsp:txXfrm>
    </dsp:sp>
    <dsp:sp modelId="{5C1A28DC-408C-4FA3-BF74-DE79DFD067CD}">
      <dsp:nvSpPr>
        <dsp:cNvPr id="0" name=""/>
        <dsp:cNvSpPr/>
      </dsp:nvSpPr>
      <dsp:spPr>
        <a:xfrm>
          <a:off x="4280448" y="563039"/>
          <a:ext cx="1954702" cy="9773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Machine Learning (ML)</a:t>
          </a:r>
          <a:r>
            <a:rPr lang="en-US" sz="1600" kern="1200"/>
            <a:t>: Reproducible, interpretable, low-cost baseline.</a:t>
          </a:r>
        </a:p>
      </dsp:txBody>
      <dsp:txXfrm>
        <a:off x="4309074" y="591665"/>
        <a:ext cx="1897450" cy="920099"/>
      </dsp:txXfrm>
    </dsp:sp>
    <dsp:sp modelId="{5D51DA3D-ED6B-4FF2-BB3E-ABEF9303CE33}">
      <dsp:nvSpPr>
        <dsp:cNvPr id="0" name=""/>
        <dsp:cNvSpPr/>
      </dsp:nvSpPr>
      <dsp:spPr>
        <a:xfrm rot="19457599">
          <a:off x="6144647" y="750511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02019" y="746654"/>
        <a:ext cx="48144" cy="48144"/>
      </dsp:txXfrm>
    </dsp:sp>
    <dsp:sp modelId="{DF883E9B-2CFF-4D76-A4FE-9EFFBBC6596D}">
      <dsp:nvSpPr>
        <dsp:cNvPr id="0" name=""/>
        <dsp:cNvSpPr/>
      </dsp:nvSpPr>
      <dsp:spPr>
        <a:xfrm>
          <a:off x="7017032" y="1062"/>
          <a:ext cx="1954702" cy="9773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Sentiment: Logistic Regression + TF-IDF</a:t>
          </a:r>
        </a:p>
      </dsp:txBody>
      <dsp:txXfrm>
        <a:off x="7045658" y="29688"/>
        <a:ext cx="1897450" cy="920099"/>
      </dsp:txXfrm>
    </dsp:sp>
    <dsp:sp modelId="{606DCD4F-E8D5-427D-9DF5-A5FDBD8C65B5}">
      <dsp:nvSpPr>
        <dsp:cNvPr id="0" name=""/>
        <dsp:cNvSpPr/>
      </dsp:nvSpPr>
      <dsp:spPr>
        <a:xfrm rot="2142401">
          <a:off x="6144647" y="1312488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02019" y="1308631"/>
        <a:ext cx="48144" cy="48144"/>
      </dsp:txXfrm>
    </dsp:sp>
    <dsp:sp modelId="{A60DCC38-3545-429A-80D6-0559E200B756}">
      <dsp:nvSpPr>
        <dsp:cNvPr id="0" name=""/>
        <dsp:cNvSpPr/>
      </dsp:nvSpPr>
      <dsp:spPr>
        <a:xfrm>
          <a:off x="7017032" y="1125016"/>
          <a:ext cx="1954702" cy="9773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Topics: LDA with coherence-driven K selection</a:t>
          </a:r>
        </a:p>
      </dsp:txBody>
      <dsp:txXfrm>
        <a:off x="7045658" y="1153642"/>
        <a:ext cx="1897450" cy="920099"/>
      </dsp:txXfrm>
    </dsp:sp>
    <dsp:sp modelId="{3A37D06B-D8DE-470B-A764-6BCC2C1570EE}">
      <dsp:nvSpPr>
        <dsp:cNvPr id="0" name=""/>
        <dsp:cNvSpPr/>
      </dsp:nvSpPr>
      <dsp:spPr>
        <a:xfrm rot="3310531">
          <a:off x="3204926" y="2717431"/>
          <a:ext cx="136916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69164" y="202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55279" y="2703416"/>
        <a:ext cx="68458" cy="68458"/>
      </dsp:txXfrm>
    </dsp:sp>
    <dsp:sp modelId="{318B7BF4-71EE-4BBF-8B97-DC66BC61B88C}">
      <dsp:nvSpPr>
        <dsp:cNvPr id="0" name=""/>
        <dsp:cNvSpPr/>
      </dsp:nvSpPr>
      <dsp:spPr>
        <a:xfrm>
          <a:off x="4280448" y="2810947"/>
          <a:ext cx="1954702" cy="97735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Generative AI (LLM)</a:t>
          </a:r>
          <a:r>
            <a:rPr lang="en-US" sz="1600" kern="1200"/>
            <a:t>: Context-aware, human-like interpretation.</a:t>
          </a:r>
        </a:p>
      </dsp:txBody>
      <dsp:txXfrm>
        <a:off x="4309074" y="2839573"/>
        <a:ext cx="1897450" cy="920099"/>
      </dsp:txXfrm>
    </dsp:sp>
    <dsp:sp modelId="{E1EA2A7C-D926-4D76-9A47-358A14ED8953}">
      <dsp:nvSpPr>
        <dsp:cNvPr id="0" name=""/>
        <dsp:cNvSpPr/>
      </dsp:nvSpPr>
      <dsp:spPr>
        <a:xfrm rot="19457599">
          <a:off x="6144647" y="2998419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02019" y="2994562"/>
        <a:ext cx="48144" cy="48144"/>
      </dsp:txXfrm>
    </dsp:sp>
    <dsp:sp modelId="{90AC90A0-94D9-4013-8C35-124F5C226C9C}">
      <dsp:nvSpPr>
        <dsp:cNvPr id="0" name=""/>
        <dsp:cNvSpPr/>
      </dsp:nvSpPr>
      <dsp:spPr>
        <a:xfrm>
          <a:off x="7017032" y="2248970"/>
          <a:ext cx="1954702" cy="9773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Sentiment: Zero-shot prompting (GPT-3.5)</a:t>
          </a:r>
        </a:p>
      </dsp:txBody>
      <dsp:txXfrm>
        <a:off x="7045658" y="2277596"/>
        <a:ext cx="1897450" cy="920099"/>
      </dsp:txXfrm>
    </dsp:sp>
    <dsp:sp modelId="{3515ACD6-E603-413C-B8DF-45DBDB83428B}">
      <dsp:nvSpPr>
        <dsp:cNvPr id="0" name=""/>
        <dsp:cNvSpPr/>
      </dsp:nvSpPr>
      <dsp:spPr>
        <a:xfrm rot="2142401">
          <a:off x="6144647" y="3560396"/>
          <a:ext cx="962889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62889" y="20214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602019" y="3556539"/>
        <a:ext cx="48144" cy="48144"/>
      </dsp:txXfrm>
    </dsp:sp>
    <dsp:sp modelId="{9E0E9C1F-EAF8-4089-8E2F-F419722C5338}">
      <dsp:nvSpPr>
        <dsp:cNvPr id="0" name=""/>
        <dsp:cNvSpPr/>
      </dsp:nvSpPr>
      <dsp:spPr>
        <a:xfrm>
          <a:off x="7017032" y="3372924"/>
          <a:ext cx="1954702" cy="97735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Topics: Embedding-</a:t>
          </a:r>
          <a:r>
            <a:rPr lang="en-US" sz="1600" kern="1200" dirty="0" err="1"/>
            <a:t>KMean</a:t>
          </a:r>
          <a:r>
            <a:rPr lang="en-US" sz="1600" kern="1200" dirty="0"/>
            <a:t> clustering + LLM summarization</a:t>
          </a:r>
        </a:p>
      </dsp:txBody>
      <dsp:txXfrm>
        <a:off x="7045658" y="3401550"/>
        <a:ext cx="1897450" cy="920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91B1-03BA-9251-F749-8CC9C0174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8CE21-2A94-2413-5E32-8F64F3ACC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C4231-57F9-AFF0-6E3B-1359E65F6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A0992-65EC-FCAB-FB21-75E98EBF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4A2EF-1517-6983-3035-3E3DC310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24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7881-0F8E-8CFA-0511-BA57E3053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E7CFE-F274-8240-02B3-EE5B0105C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A8038-01EE-B063-D2D3-B2FC0DE6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FD4FA-883D-3443-26B8-31E220E7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54384-42D5-F9CB-C1B0-37D370A27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11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2687F-77C4-00E1-F91D-F7CB0DC8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8AAA9-4DA7-59EA-12BA-1B8E7E4E4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26603-6E36-5720-924A-9B99F9021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C3DE7-E4D6-432C-4E1A-72A6E1BC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32E1E-BB5A-EFEA-7847-6BB5C7CA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01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0A5B2-606A-3E6A-1968-A4720083B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6312C-2E6F-BEA9-4F3A-D0F8EF713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454C-61D6-44C3-00AE-5245DEEFE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E5F9B-0BF8-143B-B645-11524F5E9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083A8-13A8-F759-F09A-84FDCE10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A0BFB-5FCF-F093-CFD3-CA928C9D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4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D6914-CE94-D163-ECCA-CC4F23383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27EBA-3350-67C1-894F-CDAE4AC83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F8C0C-71C5-B6B4-473C-0A4F4B8C3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662FE9-807B-BA21-CDDD-008D08465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E0D1B1-3051-D0FB-704D-036C8441C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B7008C-2E66-A01F-FFEE-212075EE8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AF6CC1-2000-4941-3C21-068930A92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1F5AF7-3159-4BFE-238D-CE24D3BB3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64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05484-3790-F061-5A12-C2EF18480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0B909B-FD77-578A-CBEC-FCE5DE38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6166A7-B5CF-31FA-A732-1A1B2F409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8BE98-468E-D937-53FA-C48DDB9B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19F271-BD25-6350-9397-EFE974631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8F5FF-60F9-A199-DE55-8DDF66AD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DE8E4-E476-E80D-FC93-3221D6F0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64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3EDE0-3738-5160-DBC2-345BA0F9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E816F-4DB9-7A62-327A-3CE80D301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E735D-8DD0-4E31-5B02-CFD7025DF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31CA4-0E14-AB78-32AB-09F9FFC8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FC450-9C09-FDE9-279E-3FDDE5467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2BA36-2661-3AB7-8D3D-E6991EED7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1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E5B2F-FC68-98A8-A533-93615DB5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198242-04DE-BBC4-F77C-86115C955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8353B-F30E-C193-B8D7-1F8B88932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01ABC-BB1A-3820-674D-EDC019B95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59E1C-DC40-CA3E-6942-14A020C9B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27973-8FC4-470A-ABBB-05490F1A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27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01772-EDE1-8428-C2E1-6B7D36E2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34637-4EE3-4645-ACBF-5CD33B06B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AE95A-099B-830C-AC30-347412F1B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E423B-4FEF-FEB5-4F6A-3E0EF1C13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CB3BD-EFDC-52F4-0127-07C840D6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19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C9036A-7046-CBEC-E2DA-F1EA5EB5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37741-DD11-28D2-E544-A5F4CDC4C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95668-C0D8-C8B9-6187-35D44C736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A0DC1-3F45-3E7A-6B7B-902D9921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21FF5-1AAF-6A41-5D8F-C289CEF0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EFA24-9C54-9C25-1CE4-8B49D76EA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272C8-1887-6008-8CE8-15DAE91B6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3DC91-2C6B-2C4D-D689-741D63B4B5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B331-AA35-45A9-A074-3D72AF750DB0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EC1F0-CC6D-4309-9BED-7B3FF52A3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F26DC-5F3F-F9FE-1386-E39CD90F3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0B704-4CBF-4481-AAAF-D161941B1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8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4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227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A9F4CF-EBD1-1AF5-9DFB-3B5B34DDA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3044335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Car Review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70816-1748-9B54-A889-3102E1ED8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Combining Classic ML and Generative AI</a:t>
            </a:r>
          </a:p>
        </p:txBody>
      </p:sp>
    </p:spTree>
    <p:extLst>
      <p:ext uri="{BB962C8B-B14F-4D97-AF65-F5344CB8AC3E}">
        <p14:creationId xmlns:p14="http://schemas.microsoft.com/office/powerpoint/2010/main" val="83883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16F653-8E23-9D27-DDFE-9967746F9EA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413" b="145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8BB2A5-F96B-CF6B-2240-34BD18049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Introduction &amp; Methodology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2C0FA1-92F0-49CD-30FE-672394EA57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692344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C4F8356-09FC-608B-2871-AA0540C4B0B8}"/>
              </a:ext>
            </a:extLst>
          </p:cNvPr>
          <p:cNvSpPr txBox="1"/>
          <p:nvPr/>
        </p:nvSpPr>
        <p:spPr>
          <a:xfrm>
            <a:off x="547254" y="1524288"/>
            <a:ext cx="28297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Goal</a:t>
            </a:r>
            <a:r>
              <a:rPr lang="en-US" dirty="0"/>
              <a:t>: Extract sentiment and discover key topics from 1,224 car reviews to guide product &amp; marketing decisions.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660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E4E65-F699-3B59-DDC0-60D48C39B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Sentiment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0BF7F-A3E9-2B6F-9F29-61D3C295C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764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i</a:t>
            </a:r>
            <a:r>
              <a:rPr lang="en-US" b="1" dirty="0"/>
              <a:t>. ML Model (Logistic Regression)</a:t>
            </a:r>
            <a:endParaRPr lang="en-US" dirty="0"/>
          </a:p>
          <a:p>
            <a:pPr lvl="1"/>
            <a:r>
              <a:rPr lang="en-US" b="1" dirty="0"/>
              <a:t>Preprocessing</a:t>
            </a:r>
            <a:r>
              <a:rPr lang="en-US" dirty="0"/>
              <a:t>: Lowercase, punctuation removal, lemmatization (Spacy)</a:t>
            </a:r>
          </a:p>
          <a:p>
            <a:pPr lvl="1"/>
            <a:r>
              <a:rPr lang="en-US" b="1" dirty="0"/>
              <a:t>Features</a:t>
            </a:r>
            <a:r>
              <a:rPr lang="en-US" dirty="0"/>
              <a:t>: TF-IDF (unigrams + bigrams), max features=5000</a:t>
            </a:r>
          </a:p>
          <a:p>
            <a:pPr lvl="1"/>
            <a:r>
              <a:rPr lang="en-US" b="1" dirty="0"/>
              <a:t>Performance (Test Set)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Accuracy: </a:t>
            </a:r>
            <a:r>
              <a:rPr lang="en-US" b="1" dirty="0"/>
              <a:t>80%</a:t>
            </a:r>
            <a:endParaRPr lang="en-US" dirty="0"/>
          </a:p>
          <a:p>
            <a:pPr lvl="2"/>
            <a:r>
              <a:rPr lang="en-US" dirty="0"/>
              <a:t>F1-Score (Neg): </a:t>
            </a:r>
            <a:r>
              <a:rPr lang="en-US" b="1" dirty="0"/>
              <a:t>0.79</a:t>
            </a:r>
            <a:r>
              <a:rPr lang="en-US" dirty="0"/>
              <a:t>, (Pos): </a:t>
            </a:r>
            <a:r>
              <a:rPr lang="en-US" b="1" dirty="0"/>
              <a:t>0.80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ii. LLM Approach (Local LLM-</a:t>
            </a:r>
            <a:r>
              <a:rPr lang="en-US" b="1" dirty="0" err="1"/>
              <a:t>tinyllama</a:t>
            </a:r>
            <a:r>
              <a:rPr lang="en-US" b="1" dirty="0"/>
              <a:t>)</a:t>
            </a:r>
            <a:endParaRPr lang="en-US" dirty="0"/>
          </a:p>
          <a:p>
            <a:pPr lvl="1"/>
            <a:r>
              <a:rPr lang="en-US" b="1" dirty="0"/>
              <a:t>Prompt</a:t>
            </a:r>
            <a:r>
              <a:rPr lang="en-US" dirty="0"/>
              <a:t>: “Classify as positive or negative: [review]”</a:t>
            </a:r>
          </a:p>
          <a:p>
            <a:pPr lvl="1"/>
            <a:r>
              <a:rPr lang="en-US" b="1" dirty="0"/>
              <a:t>Strengths</a:t>
            </a:r>
            <a:r>
              <a:rPr lang="en-US" dirty="0"/>
              <a:t>: Handles sarcasm, context (e.g., “not bad” → positive)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→ Conclusion: Use </a:t>
            </a:r>
            <a:r>
              <a:rPr lang="en-US" b="1" dirty="0"/>
              <a:t>ML for production</a:t>
            </a:r>
            <a:r>
              <a:rPr lang="en-US" dirty="0"/>
              <a:t>, LLM for edge-case analysis.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30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7DE1-1C7E-5C4A-2D49-931DDFED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Extraction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39967-4DDF-38CF-A0B6-096A4E78F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4380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err="1"/>
              <a:t>i</a:t>
            </a:r>
            <a:r>
              <a:rPr lang="en-US" b="1" dirty="0"/>
              <a:t>. ML Approach (LDA)</a:t>
            </a:r>
            <a:endParaRPr lang="en-US" dirty="0"/>
          </a:p>
          <a:p>
            <a:r>
              <a:rPr lang="en-US" b="1" dirty="0"/>
              <a:t>Preprocessing</a:t>
            </a:r>
            <a:r>
              <a:rPr lang="en-US" dirty="0"/>
              <a:t>: Noun-only lemmatization, domain stop words removed</a:t>
            </a:r>
          </a:p>
          <a:p>
            <a:pPr marL="0" indent="0">
              <a:buNone/>
            </a:pPr>
            <a:r>
              <a:rPr lang="en-US" b="1" dirty="0"/>
              <a:t>ii. LLM Approach (Embedding + Clustering)</a:t>
            </a:r>
            <a:endParaRPr lang="en-US" dirty="0"/>
          </a:p>
          <a:p>
            <a:r>
              <a:rPr lang="en-US" b="1" dirty="0"/>
              <a:t>Method</a:t>
            </a:r>
            <a:r>
              <a:rPr lang="en-US" dirty="0"/>
              <a:t>: all-MiniLM-L6-v2 → </a:t>
            </a:r>
            <a:r>
              <a:rPr lang="en-US" dirty="0" err="1"/>
              <a:t>KMean</a:t>
            </a:r>
            <a:r>
              <a:rPr lang="en-US" dirty="0"/>
              <a:t> → gemini-2.5-flash summarization</a:t>
            </a:r>
          </a:p>
          <a:p>
            <a:pPr marL="0" indent="0">
              <a:buNone/>
            </a:pPr>
            <a:r>
              <a:rPr lang="en-US" dirty="0"/>
              <a:t>→ Use </a:t>
            </a:r>
            <a:r>
              <a:rPr lang="en-US" b="1" dirty="0"/>
              <a:t>LLM for strategic insight</a:t>
            </a:r>
            <a:r>
              <a:rPr lang="en-US" dirty="0"/>
              <a:t>, LDA for quick scanning.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057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8250-EAFD-4D34-5C41-284E4E718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Actionable Insights for Product &amp; Marketing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1D97F-DA1B-618F-6515-55EFBC0AF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027"/>
            <a:ext cx="10515600" cy="4821382"/>
          </a:xfrm>
        </p:spPr>
        <p:txBody>
          <a:bodyPr>
            <a:normAutofit/>
          </a:bodyPr>
          <a:lstStyle/>
          <a:p>
            <a:r>
              <a:rPr lang="en-US" b="1" dirty="0"/>
              <a:t>Top Positive Aspects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✓ Large Vehicle Functionality</a:t>
            </a:r>
            <a:br>
              <a:rPr lang="en-US" dirty="0"/>
            </a:br>
            <a:r>
              <a:rPr lang="en-US" dirty="0"/>
              <a:t>✓ Vehicle Quality &amp; Appeal (highly praised engine &amp; design)</a:t>
            </a:r>
          </a:p>
          <a:p>
            <a:r>
              <a:rPr lang="en-US" b="1" dirty="0"/>
              <a:t>Top Negative Aspects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x Ford Vehicle Reliability (common across Ford models)</a:t>
            </a:r>
            <a:br>
              <a:rPr lang="en-US" dirty="0"/>
            </a:br>
            <a:r>
              <a:rPr lang="en-US" dirty="0"/>
              <a:t>x Vehicle Reliability</a:t>
            </a:r>
          </a:p>
          <a:p>
            <a:r>
              <a:rPr lang="en-US" b="1" dirty="0"/>
              <a:t>Recommendations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84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281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Car Review Analysis</vt:lpstr>
      <vt:lpstr>Introduction &amp; Methodology</vt:lpstr>
      <vt:lpstr>Sentiment Analysis</vt:lpstr>
      <vt:lpstr>Topic Extraction</vt:lpstr>
      <vt:lpstr>Actionable Insights for Product &amp; Marketing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Thi-Diem-My Le</dc:creator>
  <cp:lastModifiedBy>Thi-Diem-My Le</cp:lastModifiedBy>
  <cp:revision>12</cp:revision>
  <dcterms:created xsi:type="dcterms:W3CDTF">2026-01-24T11:33:22Z</dcterms:created>
  <dcterms:modified xsi:type="dcterms:W3CDTF">2026-01-26T15:19:17Z</dcterms:modified>
</cp:coreProperties>
</file>